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charts/chart5.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8" r:id="rId3"/>
    <p:sldId id="261" r:id="rId4"/>
    <p:sldId id="262" r:id="rId5"/>
    <p:sldId id="267" r:id="rId6"/>
    <p:sldId id="269" r:id="rId7"/>
    <p:sldId id="264" r:id="rId8"/>
    <p:sldId id="268" r:id="rId9"/>
    <p:sldId id="263" r:id="rId10"/>
    <p:sldId id="259" r:id="rId11"/>
    <p:sldId id="266"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oleObject" Target="NULL" TargetMode="External"/></Relationships>
</file>

<file path=ppt/charts/_rels/chart2.xml.rels><?xml version="1.0" encoding="UTF-8" standalone="yes"?>
<Relationships xmlns="http://schemas.openxmlformats.org/package/2006/relationships"><Relationship Id="rId3" Type="http://schemas.openxmlformats.org/officeDocument/2006/relationships/oleObject" Target="file:///C:\Users\antwausheasago\Downloads\data-1777649815869.csv"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ntwausheasago\Downloads\data-1777583618292.csv"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2" Type="http://schemas.openxmlformats.org/officeDocument/2006/relationships/oleObject" Target="NULL" TargetMode="External"/><Relationship Id="rId1" Type="http://schemas.openxmlformats.org/officeDocument/2006/relationships/image" Target="../media/image9.png"/></Relationships>
</file>

<file path=ppt/charts/_rels/chart5.xml.rels><?xml version="1.0" encoding="UTF-8" standalone="yes"?>
<Relationships xmlns="http://schemas.openxmlformats.org/package/2006/relationships"><Relationship Id="rId3" Type="http://schemas.openxmlformats.org/officeDocument/2006/relationships/oleObject" Target="file:///C:\Users\antwausheasago\Downloads\data-1777653286105.csv" TargetMode="External"/><Relationship Id="rId2" Type="http://schemas.microsoft.com/office/2011/relationships/chartColorStyle" Target="colors3.xml"/><Relationship Id="rId1" Type="http://schemas.microsoft.com/office/2011/relationships/chartStyle" Target="style3.xml"/></Relationships>
</file>

<file path=ppt/charts/_rels/chart6.xml.rels><?xml version="1.0" encoding="UTF-8" standalone="yes"?>
<Relationships xmlns="http://schemas.openxmlformats.org/package/2006/relationships"><Relationship Id="rId1" Type="http://schemas.openxmlformats.org/officeDocument/2006/relationships/oleObject" Target="NULL"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NULL"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xMode val="edge"/>
          <c:yMode val="edge"/>
          <c:x val="0"/>
          <c:y val="0"/>
          <c:w val="0.89901625999610901"/>
          <c:h val="0.89256654372310407"/>
        </c:manualLayout>
      </c:layout>
      <c:barChart>
        <c:barDir val="col"/>
        <c:grouping val="clustered"/>
        <c:varyColors val="0"/>
        <c:ser>
          <c:idx val="0"/>
          <c:order val="0"/>
          <c:tx>
            <c:v>Total</c:v>
          </c:tx>
          <c:spPr>
            <a:solidFill>
              <a:srgbClr val="F0AF98"/>
            </a:solidFill>
            <a:ln>
              <a:noFill/>
            </a:ln>
            <a:effectLst>
              <a:outerShdw dist="38103" dir="5400000" algn="tl">
                <a:srgbClr val="000000">
                  <a:alpha val="75000"/>
                </a:srgbClr>
              </a:outerShdw>
            </a:effectLst>
          </c:spPr>
          <c:invertIfNegative val="0"/>
          <c:cat>
            <c:strLit>
              <c:ptCount val="5"/>
              <c:pt idx="0">
                <c:v>Beam's 8 Star Bl Whiskey</c:v>
              </c:pt>
              <c:pt idx="1">
                <c:v>Dannie Diesel American Whiskey</c:v>
              </c:pt>
              <c:pt idx="2">
                <c:v>Fireball Cinnamon Whiskey</c:v>
              </c:pt>
              <c:pt idx="3">
                <c:v>Kessler Blend Whiskey</c:v>
              </c:pt>
              <c:pt idx="4">
                <c:v>Seagrams 7 Crown Bl Whiskey</c:v>
              </c:pt>
            </c:strLit>
          </c:cat>
          <c:val>
            <c:numLit>
              <c:formatCode>General</c:formatCode>
              <c:ptCount val="5"/>
              <c:pt idx="0">
                <c:v>3880.2</c:v>
              </c:pt>
              <c:pt idx="1">
                <c:v>7420.08</c:v>
              </c:pt>
              <c:pt idx="2">
                <c:v>234783.59999999998</c:v>
              </c:pt>
              <c:pt idx="3">
                <c:v>13885.2</c:v>
              </c:pt>
              <c:pt idx="4">
                <c:v>79115.399999999994</c:v>
              </c:pt>
            </c:numLit>
          </c:val>
          <c:extLst>
            <c:ext xmlns:c16="http://schemas.microsoft.com/office/drawing/2014/chart" uri="{C3380CC4-5D6E-409C-BE32-E72D297353CC}">
              <c16:uniqueId val="{00000000-9F28-489E-BB8D-750453BD0BB9}"/>
            </c:ext>
          </c:extLst>
        </c:ser>
        <c:dLbls>
          <c:showLegendKey val="0"/>
          <c:showVal val="0"/>
          <c:showCatName val="0"/>
          <c:showSerName val="0"/>
          <c:showPercent val="0"/>
          <c:showBubbleSize val="0"/>
        </c:dLbls>
        <c:gapWidth val="100"/>
        <c:overlap val="-24"/>
        <c:axId val="1692029056"/>
        <c:axId val="1692031936"/>
      </c:barChart>
      <c:valAx>
        <c:axId val="1692031936"/>
        <c:scaling>
          <c:orientation val="minMax"/>
        </c:scaling>
        <c:delete val="0"/>
        <c:axPos val="l"/>
        <c:majorGridlines>
          <c:spPr>
            <a:ln w="9528" cap="flat">
              <a:solidFill>
                <a:srgbClr val="FFFFFF"/>
              </a:solidFill>
              <a:prstDash val="solid"/>
              <a:round/>
            </a:ln>
          </c:spPr>
        </c:majorGridlines>
        <c:numFmt formatCode="&quot; &quot;[$$-409];&quot; &quot;[$$-409];&quot; &quot;[$$-409];&quot; &quot;" sourceLinked="0"/>
        <c:majorTickMark val="none"/>
        <c:minorTickMark val="none"/>
        <c:tickLblPos val="nextTo"/>
        <c:spPr>
          <a:noFill/>
          <a:ln>
            <a:noFill/>
          </a:ln>
        </c:spPr>
        <c:txPr>
          <a:bodyPr lIns="0" tIns="0" rIns="0" bIns="0"/>
          <a:lstStyle/>
          <a:p>
            <a:pPr marL="0" marR="0" indent="0" defTabSz="914400" fontAlgn="auto" hangingPunct="1">
              <a:lnSpc>
                <a:spcPct val="100000"/>
              </a:lnSpc>
              <a:spcBef>
                <a:spcPts val="0"/>
              </a:spcBef>
              <a:spcAft>
                <a:spcPts val="0"/>
              </a:spcAft>
              <a:tabLst/>
              <a:defRPr sz="1197" b="0" i="0" u="none" strike="noStrike" kern="1200" baseline="0">
                <a:solidFill>
                  <a:srgbClr val="FFFFFF"/>
                </a:solidFill>
                <a:latin typeface="Calisto MT"/>
              </a:defRPr>
            </a:pPr>
            <a:endParaRPr lang="en-US"/>
          </a:p>
        </c:txPr>
        <c:crossAx val="1692029056"/>
        <c:crosses val="autoZero"/>
        <c:crossBetween val="between"/>
      </c:valAx>
      <c:catAx>
        <c:axId val="1692029056"/>
        <c:scaling>
          <c:orientation val="minMax"/>
        </c:scaling>
        <c:delete val="0"/>
        <c:axPos val="b"/>
        <c:numFmt formatCode="General" sourceLinked="0"/>
        <c:majorTickMark val="none"/>
        <c:minorTickMark val="none"/>
        <c:tickLblPos val="nextTo"/>
        <c:spPr>
          <a:noFill/>
          <a:ln w="12701" cap="flat">
            <a:solidFill>
              <a:srgbClr val="FFFFFF"/>
            </a:solidFill>
            <a:prstDash val="solid"/>
            <a:round/>
          </a:ln>
        </c:spPr>
        <c:txPr>
          <a:bodyPr lIns="0" tIns="0" rIns="0" bIns="0"/>
          <a:lstStyle/>
          <a:p>
            <a:pPr marL="0" marR="0" indent="0" defTabSz="914400" fontAlgn="auto" hangingPunct="1">
              <a:lnSpc>
                <a:spcPct val="100000"/>
              </a:lnSpc>
              <a:spcBef>
                <a:spcPts val="0"/>
              </a:spcBef>
              <a:spcAft>
                <a:spcPts val="0"/>
              </a:spcAft>
              <a:tabLst/>
              <a:defRPr sz="1197" b="0" i="0" u="none" strike="noStrike" kern="1200" baseline="0">
                <a:solidFill>
                  <a:srgbClr val="FFFFFF"/>
                </a:solidFill>
                <a:latin typeface="Calisto MT"/>
              </a:defRPr>
            </a:pPr>
            <a:endParaRPr lang="en-US"/>
          </a:p>
        </c:txPr>
        <c:crossAx val="1692031936"/>
        <c:crosses val="autoZero"/>
        <c:auto val="1"/>
        <c:lblAlgn val="ctr"/>
        <c:lblOffset val="100"/>
        <c:noMultiLvlLbl val="0"/>
      </c:catAx>
      <c:spPr>
        <a:noFill/>
        <a:ln>
          <a:noFill/>
        </a:ln>
      </c:spPr>
    </c:plotArea>
    <c:legend>
      <c:legendPos val="r"/>
      <c:overlay val="0"/>
      <c:spPr>
        <a:noFill/>
        <a:ln>
          <a:noFill/>
        </a:ln>
      </c:spPr>
      <c:txPr>
        <a:bodyPr lIns="0" tIns="0" rIns="0" bIns="0"/>
        <a:lstStyle/>
        <a:p>
          <a:pPr marL="0" marR="0" indent="0" defTabSz="914400" fontAlgn="auto" hangingPunct="1">
            <a:lnSpc>
              <a:spcPct val="100000"/>
            </a:lnSpc>
            <a:spcBef>
              <a:spcPts val="0"/>
            </a:spcBef>
            <a:spcAft>
              <a:spcPts val="0"/>
            </a:spcAft>
            <a:tabLst/>
            <a:defRPr sz="1197" b="0" i="0" u="none" strike="noStrike" kern="1200" baseline="0">
              <a:solidFill>
                <a:srgbClr val="FFFFFF"/>
              </a:solidFill>
              <a:latin typeface="Calisto MT"/>
            </a:defRPr>
          </a:pPr>
          <a:endParaRPr lang="en-US"/>
        </a:p>
      </c:txPr>
    </c:legend>
    <c:plotVisOnly val="1"/>
    <c:dispBlanksAs val="gap"/>
    <c:showDLblsOverMax val="0"/>
  </c:chart>
  <c:spPr>
    <a:noFill/>
    <a:ln>
      <a:noFill/>
    </a:ln>
  </c:spPr>
  <c:txPr>
    <a:bodyPr lIns="0" tIns="0" rIns="0" bIns="0"/>
    <a:lstStyle/>
    <a:p>
      <a:pPr marL="0" marR="0" indent="0" defTabSz="914400" fontAlgn="auto" hangingPunct="1">
        <a:lnSpc>
          <a:spcPct val="100000"/>
        </a:lnSpc>
        <a:spcBef>
          <a:spcPts val="0"/>
        </a:spcBef>
        <a:spcAft>
          <a:spcPts val="0"/>
        </a:spcAft>
        <a:tabLst/>
        <a:defRPr lang="en-US" sz="1197" b="0" i="0" u="none" strike="noStrike" kern="1200" baseline="0">
          <a:solidFill>
            <a:srgbClr val="DADADA"/>
          </a:solidFill>
          <a:latin typeface="Calisto M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[data-1777649815869.csv]data-1777649815869!PivotTable47</c:name>
    <c:fmtId val="7"/>
  </c:pivotSource>
  <c:chart>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2"/>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2"/>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2"/>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2"/>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2"/>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2"/>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2"/>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2"/>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'data-1777649815869'!$H$1:$H$2</c:f>
              <c:strCache>
                <c:ptCount val="1"/>
                <c:pt idx="0">
                  <c:v>2633</c:v>
                </c:pt>
              </c:strCache>
            </c:strRef>
          </c:tx>
          <c:spPr>
            <a:solidFill>
              <a:schemeClr val="accent2">
                <a:tint val="50000"/>
              </a:schemeClr>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'data-1777649815869'!$G$3:$G$5</c:f>
              <c:strCache>
                <c:ptCount val="2"/>
                <c:pt idx="0">
                  <c:v>Fireball Cinnamon Whiskey</c:v>
                </c:pt>
                <c:pt idx="1">
                  <c:v>Southern Comfort</c:v>
                </c:pt>
              </c:strCache>
            </c:strRef>
          </c:cat>
          <c:val>
            <c:numRef>
              <c:f>'data-1777649815869'!$H$3:$H$5</c:f>
              <c:numCache>
                <c:formatCode>General</c:formatCode>
                <c:ptCount val="2"/>
                <c:pt idx="0">
                  <c:v>105253.20000000001</c:v>
                </c:pt>
                <c:pt idx="1">
                  <c:v>24710.400000000001</c:v>
                </c:pt>
              </c:numCache>
            </c:numRef>
          </c:val>
          <c:extLst>
            <c:ext xmlns:c16="http://schemas.microsoft.com/office/drawing/2014/chart" uri="{C3380CC4-5D6E-409C-BE32-E72D297353CC}">
              <c16:uniqueId val="{00000000-EE68-45C5-B736-929FDC92C783}"/>
            </c:ext>
          </c:extLst>
        </c:ser>
        <c:ser>
          <c:idx val="1"/>
          <c:order val="1"/>
          <c:tx>
            <c:strRef>
              <c:f>'data-1777649815869'!$I$1:$I$2</c:f>
              <c:strCache>
                <c:ptCount val="1"/>
                <c:pt idx="0">
                  <c:v>3385</c:v>
                </c:pt>
              </c:strCache>
            </c:strRef>
          </c:tx>
          <c:spPr>
            <a:solidFill>
              <a:schemeClr val="accent2">
                <a:tint val="70000"/>
              </a:schemeClr>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'data-1777649815869'!$G$3:$G$5</c:f>
              <c:strCache>
                <c:ptCount val="2"/>
                <c:pt idx="0">
                  <c:v>Fireball Cinnamon Whiskey</c:v>
                </c:pt>
                <c:pt idx="1">
                  <c:v>Southern Comfort</c:v>
                </c:pt>
              </c:strCache>
            </c:strRef>
          </c:cat>
          <c:val>
            <c:numRef>
              <c:f>'data-1777649815869'!$I$3:$I$5</c:f>
              <c:numCache>
                <c:formatCode>General</c:formatCode>
                <c:ptCount val="2"/>
                <c:pt idx="1">
                  <c:v>24261.119999999999</c:v>
                </c:pt>
              </c:numCache>
            </c:numRef>
          </c:val>
          <c:extLst>
            <c:ext xmlns:c16="http://schemas.microsoft.com/office/drawing/2014/chart" uri="{C3380CC4-5D6E-409C-BE32-E72D297353CC}">
              <c16:uniqueId val="{00000001-EE68-45C5-B736-929FDC92C783}"/>
            </c:ext>
          </c:extLst>
        </c:ser>
        <c:ser>
          <c:idx val="2"/>
          <c:order val="2"/>
          <c:tx>
            <c:strRef>
              <c:f>'data-1777649815869'!$J$1:$J$2</c:f>
              <c:strCache>
                <c:ptCount val="1"/>
                <c:pt idx="0">
                  <c:v>3420</c:v>
                </c:pt>
              </c:strCache>
            </c:strRef>
          </c:tx>
          <c:spPr>
            <a:solidFill>
              <a:schemeClr val="accent2">
                <a:tint val="90000"/>
              </a:schemeClr>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'data-1777649815869'!$G$3:$G$5</c:f>
              <c:strCache>
                <c:ptCount val="2"/>
                <c:pt idx="0">
                  <c:v>Fireball Cinnamon Whiskey</c:v>
                </c:pt>
                <c:pt idx="1">
                  <c:v>Southern Comfort</c:v>
                </c:pt>
              </c:strCache>
            </c:strRef>
          </c:cat>
          <c:val>
            <c:numRef>
              <c:f>'data-1777649815869'!$J$3:$J$5</c:f>
              <c:numCache>
                <c:formatCode>General</c:formatCode>
                <c:ptCount val="2"/>
                <c:pt idx="0">
                  <c:v>55112.399999999994</c:v>
                </c:pt>
              </c:numCache>
            </c:numRef>
          </c:val>
          <c:extLst>
            <c:ext xmlns:c16="http://schemas.microsoft.com/office/drawing/2014/chart" uri="{C3380CC4-5D6E-409C-BE32-E72D297353CC}">
              <c16:uniqueId val="{00000002-EE68-45C5-B736-929FDC92C783}"/>
            </c:ext>
          </c:extLst>
        </c:ser>
        <c:ser>
          <c:idx val="3"/>
          <c:order val="3"/>
          <c:tx>
            <c:strRef>
              <c:f>'data-1777649815869'!$K$1:$K$2</c:f>
              <c:strCache>
                <c:ptCount val="1"/>
                <c:pt idx="0">
                  <c:v>3477</c:v>
                </c:pt>
              </c:strCache>
            </c:strRef>
          </c:tx>
          <c:spPr>
            <a:solidFill>
              <a:schemeClr val="accent2">
                <a:shade val="90000"/>
              </a:schemeClr>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'data-1777649815869'!$G$3:$G$5</c:f>
              <c:strCache>
                <c:ptCount val="2"/>
                <c:pt idx="0">
                  <c:v>Fireball Cinnamon Whiskey</c:v>
                </c:pt>
                <c:pt idx="1">
                  <c:v>Southern Comfort</c:v>
                </c:pt>
              </c:strCache>
            </c:strRef>
          </c:cat>
          <c:val>
            <c:numRef>
              <c:f>'data-1777649815869'!$K$3:$K$5</c:f>
              <c:numCache>
                <c:formatCode>General</c:formatCode>
                <c:ptCount val="2"/>
                <c:pt idx="0">
                  <c:v>30618</c:v>
                </c:pt>
              </c:numCache>
            </c:numRef>
          </c:val>
          <c:extLst>
            <c:ext xmlns:c16="http://schemas.microsoft.com/office/drawing/2014/chart" uri="{C3380CC4-5D6E-409C-BE32-E72D297353CC}">
              <c16:uniqueId val="{00000003-EE68-45C5-B736-929FDC92C783}"/>
            </c:ext>
          </c:extLst>
        </c:ser>
        <c:ser>
          <c:idx val="4"/>
          <c:order val="4"/>
          <c:tx>
            <c:strRef>
              <c:f>'data-1777649815869'!$L$1:$L$2</c:f>
              <c:strCache>
                <c:ptCount val="1"/>
                <c:pt idx="0">
                  <c:v>3524</c:v>
                </c:pt>
              </c:strCache>
            </c:strRef>
          </c:tx>
          <c:spPr>
            <a:solidFill>
              <a:schemeClr val="accent2">
                <a:shade val="70000"/>
              </a:schemeClr>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'data-1777649815869'!$G$3:$G$5</c:f>
              <c:strCache>
                <c:ptCount val="2"/>
                <c:pt idx="0">
                  <c:v>Fireball Cinnamon Whiskey</c:v>
                </c:pt>
                <c:pt idx="1">
                  <c:v>Southern Comfort</c:v>
                </c:pt>
              </c:strCache>
            </c:strRef>
          </c:cat>
          <c:val>
            <c:numRef>
              <c:f>'data-1777649815869'!$L$3:$L$5</c:f>
              <c:numCache>
                <c:formatCode>General</c:formatCode>
                <c:ptCount val="2"/>
                <c:pt idx="0">
                  <c:v>24494.400000000001</c:v>
                </c:pt>
              </c:numCache>
            </c:numRef>
          </c:val>
          <c:extLst>
            <c:ext xmlns:c16="http://schemas.microsoft.com/office/drawing/2014/chart" uri="{C3380CC4-5D6E-409C-BE32-E72D297353CC}">
              <c16:uniqueId val="{00000004-EE68-45C5-B736-929FDC92C783}"/>
            </c:ext>
          </c:extLst>
        </c:ser>
        <c:ser>
          <c:idx val="5"/>
          <c:order val="5"/>
          <c:tx>
            <c:strRef>
              <c:f>'data-1777649815869'!$M$1:$M$2</c:f>
              <c:strCache>
                <c:ptCount val="1"/>
                <c:pt idx="0">
                  <c:v>3814</c:v>
                </c:pt>
              </c:strCache>
            </c:strRef>
          </c:tx>
          <c:spPr>
            <a:solidFill>
              <a:schemeClr val="accent2">
                <a:shade val="50000"/>
              </a:schemeClr>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'data-1777649815869'!$G$3:$G$5</c:f>
              <c:strCache>
                <c:ptCount val="2"/>
                <c:pt idx="0">
                  <c:v>Fireball Cinnamon Whiskey</c:v>
                </c:pt>
                <c:pt idx="1">
                  <c:v>Southern Comfort</c:v>
                </c:pt>
              </c:strCache>
            </c:strRef>
          </c:cat>
          <c:val>
            <c:numRef>
              <c:f>'data-1777649815869'!$M$3:$M$5</c:f>
              <c:numCache>
                <c:formatCode>General</c:formatCode>
                <c:ptCount val="2"/>
                <c:pt idx="1">
                  <c:v>22464</c:v>
                </c:pt>
              </c:numCache>
            </c:numRef>
          </c:val>
          <c:extLst>
            <c:ext xmlns:c16="http://schemas.microsoft.com/office/drawing/2014/chart" uri="{C3380CC4-5D6E-409C-BE32-E72D297353CC}">
              <c16:uniqueId val="{00000005-EE68-45C5-B736-929FDC92C783}"/>
            </c:ext>
          </c:extLst>
        </c:ser>
        <c:dLbls>
          <c:dLblPos val="outEnd"/>
          <c:showLegendKey val="0"/>
          <c:showVal val="1"/>
          <c:showCatName val="0"/>
          <c:showSerName val="0"/>
          <c:showPercent val="0"/>
          <c:showBubbleSize val="0"/>
        </c:dLbls>
        <c:gapWidth val="444"/>
        <c:overlap val="-90"/>
        <c:axId val="250257888"/>
        <c:axId val="250260288"/>
      </c:barChart>
      <c:catAx>
        <c:axId val="25025788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250260288"/>
        <c:crosses val="autoZero"/>
        <c:auto val="1"/>
        <c:lblAlgn val="ctr"/>
        <c:lblOffset val="100"/>
        <c:noMultiLvlLbl val="0"/>
      </c:catAx>
      <c:valAx>
        <c:axId val="250260288"/>
        <c:scaling>
          <c:orientation val="minMax"/>
        </c:scaling>
        <c:delete val="1"/>
        <c:axPos val="l"/>
        <c:numFmt formatCode="General" sourceLinked="1"/>
        <c:majorTickMark val="none"/>
        <c:minorTickMark val="none"/>
        <c:tickLblPos val="nextTo"/>
        <c:crossAx val="25025788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endParaRPr lang="en-US"/>
        </a:p>
      </c:txPr>
    </c:title>
    <c:autoTitleDeleted val="0"/>
    <c:plotArea>
      <c:layout/>
      <c:barChart>
        <c:barDir val="col"/>
        <c:grouping val="clustered"/>
        <c:varyColors val="0"/>
        <c:ser>
          <c:idx val="0"/>
          <c:order val="0"/>
          <c:tx>
            <c:strRef>
              <c:f>RevForTop10Counties!$B$1</c:f>
              <c:strCache>
                <c:ptCount val="1"/>
                <c:pt idx="0">
                  <c:v>population</c:v>
                </c:pt>
              </c:strCache>
            </c:strRef>
          </c:tx>
          <c:spPr>
            <a:noFill/>
            <a:ln w="9525" cap="flat" cmpd="sng" algn="ctr">
              <a:solidFill>
                <a:schemeClr val="accent1"/>
              </a:solidFill>
              <a:miter lim="800000"/>
            </a:ln>
            <a:effectLst>
              <a:glow rad="63500">
                <a:schemeClr val="accent1">
                  <a:satMod val="175000"/>
                  <a:alpha val="25000"/>
                </a:schemeClr>
              </a:glow>
            </a:effectLst>
          </c:spPr>
          <c:invertIfNegative val="0"/>
          <c:cat>
            <c:strRef>
              <c:f>RevForTop10Counties!$A$2:$A$11</c:f>
              <c:strCache>
                <c:ptCount val="10"/>
                <c:pt idx="0">
                  <c:v>Polk</c:v>
                </c:pt>
                <c:pt idx="1">
                  <c:v>Linn</c:v>
                </c:pt>
                <c:pt idx="2">
                  <c:v>Scott</c:v>
                </c:pt>
                <c:pt idx="3">
                  <c:v>Johnson</c:v>
                </c:pt>
                <c:pt idx="4">
                  <c:v>Pottawattamie</c:v>
                </c:pt>
                <c:pt idx="5">
                  <c:v>Black Hawk</c:v>
                </c:pt>
                <c:pt idx="6">
                  <c:v>Woodbury</c:v>
                </c:pt>
                <c:pt idx="7">
                  <c:v>Story</c:v>
                </c:pt>
                <c:pt idx="8">
                  <c:v>Dubuque</c:v>
                </c:pt>
                <c:pt idx="9">
                  <c:v>Cerro Gordo</c:v>
                </c:pt>
              </c:strCache>
            </c:strRef>
          </c:cat>
          <c:val>
            <c:numRef>
              <c:f>RevForTop10Counties!$B$2:$B$11</c:f>
              <c:numCache>
                <c:formatCode>General</c:formatCode>
                <c:ptCount val="10"/>
                <c:pt idx="0">
                  <c:v>430640</c:v>
                </c:pt>
                <c:pt idx="1">
                  <c:v>211226</c:v>
                </c:pt>
                <c:pt idx="2">
                  <c:v>165224</c:v>
                </c:pt>
                <c:pt idx="3">
                  <c:v>130882</c:v>
                </c:pt>
                <c:pt idx="4">
                  <c:v>93158</c:v>
                </c:pt>
                <c:pt idx="5">
                  <c:v>131090</c:v>
                </c:pt>
                <c:pt idx="6">
                  <c:v>102172</c:v>
                </c:pt>
                <c:pt idx="7">
                  <c:v>89542</c:v>
                </c:pt>
                <c:pt idx="8">
                  <c:v>93653</c:v>
                </c:pt>
                <c:pt idx="9">
                  <c:v>44151</c:v>
                </c:pt>
              </c:numCache>
            </c:numRef>
          </c:val>
          <c:extLst>
            <c:ext xmlns:c16="http://schemas.microsoft.com/office/drawing/2014/chart" uri="{C3380CC4-5D6E-409C-BE32-E72D297353CC}">
              <c16:uniqueId val="{00000000-B524-4CAE-80AB-EB91E87A445E}"/>
            </c:ext>
          </c:extLst>
        </c:ser>
        <c:ser>
          <c:idx val="1"/>
          <c:order val="1"/>
          <c:tx>
            <c:strRef>
              <c:f>RevForTop10Counties!$C$1</c:f>
              <c:strCache>
                <c:ptCount val="1"/>
                <c:pt idx="0">
                  <c:v>total_sales_revenue</c:v>
                </c:pt>
              </c:strCache>
            </c:strRef>
          </c:tx>
          <c:spPr>
            <a:noFill/>
            <a:ln w="9525" cap="flat" cmpd="sng" algn="ctr">
              <a:solidFill>
                <a:schemeClr val="accent2"/>
              </a:solidFill>
              <a:miter lim="800000"/>
            </a:ln>
            <a:effectLst>
              <a:glow rad="63500">
                <a:schemeClr val="accent2">
                  <a:satMod val="175000"/>
                  <a:alpha val="25000"/>
                </a:schemeClr>
              </a:glow>
            </a:effectLst>
          </c:spPr>
          <c:invertIfNegative val="0"/>
          <c:cat>
            <c:strRef>
              <c:f>RevForTop10Counties!$A$2:$A$11</c:f>
              <c:strCache>
                <c:ptCount val="10"/>
                <c:pt idx="0">
                  <c:v>Polk</c:v>
                </c:pt>
                <c:pt idx="1">
                  <c:v>Linn</c:v>
                </c:pt>
                <c:pt idx="2">
                  <c:v>Scott</c:v>
                </c:pt>
                <c:pt idx="3">
                  <c:v>Johnson</c:v>
                </c:pt>
                <c:pt idx="4">
                  <c:v>Pottawattamie</c:v>
                </c:pt>
                <c:pt idx="5">
                  <c:v>Black Hawk</c:v>
                </c:pt>
                <c:pt idx="6">
                  <c:v>Woodbury</c:v>
                </c:pt>
                <c:pt idx="7">
                  <c:v>Story</c:v>
                </c:pt>
                <c:pt idx="8">
                  <c:v>Dubuque</c:v>
                </c:pt>
                <c:pt idx="9">
                  <c:v>Cerro Gordo</c:v>
                </c:pt>
              </c:strCache>
            </c:strRef>
          </c:cat>
          <c:val>
            <c:numRef>
              <c:f>RevForTop10Counties!$C$2:$C$11</c:f>
              <c:numCache>
                <c:formatCode>_([$$-409]* #,##0.00_);_([$$-409]* \(#,##0.00\);_([$$-409]* "-"??_);_(@_)</c:formatCode>
                <c:ptCount val="10"/>
                <c:pt idx="0">
                  <c:v>5447624.8899999997</c:v>
                </c:pt>
                <c:pt idx="1">
                  <c:v>1441239.41</c:v>
                </c:pt>
                <c:pt idx="2">
                  <c:v>1132129.3</c:v>
                </c:pt>
                <c:pt idx="3">
                  <c:v>1067123.3600000001</c:v>
                </c:pt>
                <c:pt idx="4">
                  <c:v>983357.25</c:v>
                </c:pt>
                <c:pt idx="5">
                  <c:v>947942.01</c:v>
                </c:pt>
                <c:pt idx="6">
                  <c:v>680621.16</c:v>
                </c:pt>
                <c:pt idx="7">
                  <c:v>654150.43000000005</c:v>
                </c:pt>
                <c:pt idx="8">
                  <c:v>459942.15</c:v>
                </c:pt>
                <c:pt idx="9">
                  <c:v>386789.56</c:v>
                </c:pt>
              </c:numCache>
            </c:numRef>
          </c:val>
          <c:extLst>
            <c:ext xmlns:c16="http://schemas.microsoft.com/office/drawing/2014/chart" uri="{C3380CC4-5D6E-409C-BE32-E72D297353CC}">
              <c16:uniqueId val="{00000001-B524-4CAE-80AB-EB91E87A445E}"/>
            </c:ext>
          </c:extLst>
        </c:ser>
        <c:dLbls>
          <c:showLegendKey val="0"/>
          <c:showVal val="0"/>
          <c:showCatName val="0"/>
          <c:showSerName val="0"/>
          <c:showPercent val="0"/>
          <c:showBubbleSize val="0"/>
        </c:dLbls>
        <c:gapWidth val="315"/>
        <c:overlap val="-40"/>
        <c:axId val="169099488"/>
        <c:axId val="169100928"/>
      </c:barChart>
      <c:catAx>
        <c:axId val="169099488"/>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69100928"/>
        <c:crosses val="autoZero"/>
        <c:auto val="1"/>
        <c:lblAlgn val="ctr"/>
        <c:lblOffset val="100"/>
        <c:noMultiLvlLbl val="0"/>
      </c:catAx>
      <c:valAx>
        <c:axId val="169100928"/>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69099488"/>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v>Total</c:v>
          </c:tx>
          <c:spPr>
            <a:solidFill>
              <a:srgbClr val="E5CFB2"/>
            </a:solidFill>
            <a:ln>
              <a:noFill/>
            </a:ln>
          </c:spPr>
          <c:invertIfNegative val="0"/>
          <c:dLbls>
            <c:spPr>
              <a:noFill/>
              <a:ln>
                <a:noFill/>
              </a:ln>
              <a:effectLst/>
            </c:spPr>
            <c:txPr>
              <a:bodyPr lIns="0" tIns="0" rIns="0" bIns="0"/>
              <a:lstStyle/>
              <a:p>
                <a:pPr marL="0" marR="0" indent="0" algn="ctr" defTabSz="914400" fontAlgn="auto" hangingPunct="1">
                  <a:lnSpc>
                    <a:spcPct val="100000"/>
                  </a:lnSpc>
                  <a:spcBef>
                    <a:spcPts val="0"/>
                  </a:spcBef>
                  <a:spcAft>
                    <a:spcPts val="0"/>
                  </a:spcAft>
                  <a:tabLst/>
                  <a:defRPr sz="1197" b="0" i="0" u="none" strike="noStrike" kern="1200" baseline="0">
                    <a:solidFill>
                      <a:srgbClr val="404040"/>
                    </a:solidFill>
                    <a:latin typeface="Calisto MT"/>
                  </a:defRPr>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ect">
                    <a:avLst/>
                  </a:prstGeom>
                </c15:spPr>
                <c15:showLeaderLines val="1"/>
              </c:ext>
            </c:extLst>
          </c:dLbls>
          <c:cat>
            <c:strLit>
              <c:ptCount val="5"/>
              <c:pt idx="0">
                <c:v>Aveniu Brands</c:v>
              </c:pt>
              <c:pt idx="1">
                <c:v>Broadbent Distillery</c:v>
              </c:pt>
              <c:pt idx="2">
                <c:v>Castle Brands</c:v>
              </c:pt>
              <c:pt idx="3">
                <c:v>Prichard's Distillery</c:v>
              </c:pt>
              <c:pt idx="4">
                <c:v>Yahara Bay Distillers Inc</c:v>
              </c:pt>
            </c:strLit>
          </c:cat>
          <c:val>
            <c:numLit>
              <c:formatCode>General</c:formatCode>
              <c:ptCount val="5"/>
              <c:pt idx="0">
                <c:v>4017</c:v>
              </c:pt>
              <c:pt idx="1">
                <c:v>5131.63</c:v>
              </c:pt>
              <c:pt idx="2">
                <c:v>5460</c:v>
              </c:pt>
              <c:pt idx="3">
                <c:v>8751.64</c:v>
              </c:pt>
              <c:pt idx="4">
                <c:v>3651.9700000000003</c:v>
              </c:pt>
            </c:numLit>
          </c:val>
          <c:extLst>
            <c:ext xmlns:c16="http://schemas.microsoft.com/office/drawing/2014/chart" uri="{C3380CC4-5D6E-409C-BE32-E72D297353CC}">
              <c16:uniqueId val="{00000000-111D-4B36-8B61-853CD1921F49}"/>
            </c:ext>
          </c:extLst>
        </c:ser>
        <c:dLbls>
          <c:showLegendKey val="0"/>
          <c:showVal val="0"/>
          <c:showCatName val="0"/>
          <c:showSerName val="0"/>
          <c:showPercent val="0"/>
          <c:showBubbleSize val="0"/>
        </c:dLbls>
        <c:gapWidth val="267"/>
        <c:overlap val="-43"/>
        <c:axId val="1692038176"/>
        <c:axId val="1692042976"/>
      </c:barChart>
      <c:valAx>
        <c:axId val="1692042976"/>
        <c:scaling>
          <c:orientation val="minMax"/>
        </c:scaling>
        <c:delete val="0"/>
        <c:axPos val="l"/>
        <c:majorGridlines>
          <c:spPr>
            <a:ln w="9528" cap="flat">
              <a:solidFill>
                <a:srgbClr val="D9D9D9"/>
              </a:solidFill>
              <a:prstDash val="solid"/>
              <a:round/>
            </a:ln>
          </c:spPr>
        </c:majorGridlines>
        <c:numFmt formatCode="&quot;$&quot;#,##0.00&quot; &quot;;[Red]&quot;(&quot;&quot;$&quot;#,##0.00&quot;)&quot;" sourceLinked="0"/>
        <c:majorTickMark val="none"/>
        <c:minorTickMark val="none"/>
        <c:tickLblPos val="nextTo"/>
        <c:spPr>
          <a:noFill/>
          <a:ln>
            <a:noFill/>
          </a:ln>
        </c:spPr>
        <c:txPr>
          <a:bodyPr lIns="0" tIns="0" rIns="0" bIns="0"/>
          <a:lstStyle/>
          <a:p>
            <a:pPr marL="0" marR="0" indent="0" defTabSz="914400" fontAlgn="auto" hangingPunct="1">
              <a:lnSpc>
                <a:spcPct val="100000"/>
              </a:lnSpc>
              <a:spcBef>
                <a:spcPts val="0"/>
              </a:spcBef>
              <a:spcAft>
                <a:spcPts val="0"/>
              </a:spcAft>
              <a:tabLst/>
              <a:defRPr sz="1197" b="0" i="0" u="none" strike="noStrike" kern="1200" baseline="0">
                <a:solidFill>
                  <a:srgbClr val="595959"/>
                </a:solidFill>
                <a:latin typeface="Calisto MT"/>
              </a:defRPr>
            </a:pPr>
            <a:endParaRPr lang="en-US"/>
          </a:p>
        </c:txPr>
        <c:crossAx val="1692038176"/>
        <c:crosses val="autoZero"/>
        <c:crossBetween val="between"/>
      </c:valAx>
      <c:catAx>
        <c:axId val="1692038176"/>
        <c:scaling>
          <c:orientation val="minMax"/>
        </c:scaling>
        <c:delete val="0"/>
        <c:axPos val="b"/>
        <c:majorGridlines>
          <c:spPr>
            <a:ln w="9528" cap="flat">
              <a:solidFill>
                <a:srgbClr val="D9D9D9"/>
              </a:solidFill>
              <a:prstDash val="solid"/>
              <a:round/>
            </a:ln>
          </c:spPr>
        </c:majorGridlines>
        <c:numFmt formatCode="General" sourceLinked="0"/>
        <c:majorTickMark val="none"/>
        <c:minorTickMark val="none"/>
        <c:tickLblPos val="nextTo"/>
        <c:spPr>
          <a:noFill/>
          <a:ln w="9528" cap="flat">
            <a:solidFill>
              <a:srgbClr val="D9D9D9"/>
            </a:solidFill>
            <a:prstDash val="solid"/>
            <a:round/>
          </a:ln>
        </c:spPr>
        <c:txPr>
          <a:bodyPr lIns="0" tIns="0" rIns="0" bIns="0"/>
          <a:lstStyle/>
          <a:p>
            <a:pPr marL="0" marR="0" indent="0" defTabSz="914400" fontAlgn="auto" hangingPunct="1">
              <a:lnSpc>
                <a:spcPct val="100000"/>
              </a:lnSpc>
              <a:spcBef>
                <a:spcPts val="0"/>
              </a:spcBef>
              <a:spcAft>
                <a:spcPts val="0"/>
              </a:spcAft>
              <a:tabLst/>
              <a:defRPr sz="1197" b="0" i="0" u="none" strike="noStrike" kern="1200" cap="none" spc="0" baseline="0">
                <a:solidFill>
                  <a:srgbClr val="595959"/>
                </a:solidFill>
                <a:latin typeface="Calisto MT"/>
              </a:defRPr>
            </a:pPr>
            <a:endParaRPr lang="en-US"/>
          </a:p>
        </c:txPr>
        <c:crossAx val="1692042976"/>
        <c:crosses val="autoZero"/>
        <c:auto val="1"/>
        <c:lblAlgn val="ctr"/>
        <c:lblOffset val="100"/>
        <c:noMultiLvlLbl val="0"/>
      </c:catAx>
      <c:spPr>
        <a:blipFill>
          <a:blip xmlns:r="http://schemas.openxmlformats.org/officeDocument/2006/relationships" r:embed="rId1"/>
          <a:tile/>
        </a:blipFill>
        <a:ln>
          <a:noFill/>
        </a:ln>
      </c:spPr>
    </c:plotArea>
    <c:legend>
      <c:legendPos val="r"/>
      <c:overlay val="0"/>
      <c:spPr>
        <a:noFill/>
        <a:ln>
          <a:noFill/>
        </a:ln>
      </c:spPr>
      <c:txPr>
        <a:bodyPr lIns="0" tIns="0" rIns="0" bIns="0"/>
        <a:lstStyle/>
        <a:p>
          <a:pPr marL="0" marR="0" indent="0" defTabSz="914400" fontAlgn="auto" hangingPunct="1">
            <a:lnSpc>
              <a:spcPct val="100000"/>
            </a:lnSpc>
            <a:spcBef>
              <a:spcPts val="0"/>
            </a:spcBef>
            <a:spcAft>
              <a:spcPts val="0"/>
            </a:spcAft>
            <a:tabLst/>
            <a:defRPr sz="1197" b="0" i="0" u="none" strike="noStrike" kern="1200" baseline="0">
              <a:solidFill>
                <a:srgbClr val="595959"/>
              </a:solidFill>
              <a:latin typeface="Calisto MT"/>
            </a:defRPr>
          </a:pPr>
          <a:endParaRPr lang="en-US"/>
        </a:p>
      </c:txPr>
    </c:legend>
    <c:plotVisOnly val="1"/>
    <c:dispBlanksAs val="gap"/>
    <c:showDLblsOverMax val="0"/>
  </c:chart>
  <c:spPr>
    <a:solidFill>
      <a:srgbClr val="FFFFFF"/>
    </a:solidFill>
    <a:ln w="9528" cap="flat">
      <a:solidFill>
        <a:srgbClr val="D9D9D9"/>
      </a:solidFill>
      <a:prstDash val="solid"/>
      <a:round/>
    </a:ln>
  </c:spPr>
  <c:txPr>
    <a:bodyPr lIns="0" tIns="0" rIns="0" bIns="0"/>
    <a:lstStyle/>
    <a:p>
      <a:pPr marL="0" marR="0" indent="0" defTabSz="914400" fontAlgn="auto" hangingPunct="1">
        <a:lnSpc>
          <a:spcPct val="100000"/>
        </a:lnSpc>
        <a:spcBef>
          <a:spcPts val="0"/>
        </a:spcBef>
        <a:spcAft>
          <a:spcPts val="0"/>
        </a:spcAft>
        <a:tabLst/>
        <a:defRPr lang="en-US" sz="1197" b="0" i="0" u="none" strike="noStrike" kern="1200" baseline="0">
          <a:solidFill>
            <a:srgbClr val="000000"/>
          </a:solidFill>
          <a:latin typeface="Calisto MT"/>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[data-1777653286105.csv]data-1777653286105!PivotTable53</c:name>
    <c:fmtId val="20"/>
  </c:pivotSource>
  <c:chart>
    <c:title>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ivotFmts>
      <c:pivotFmt>
        <c:idx val="0"/>
        <c:spPr>
          <a:pattFill prst="narHorz">
            <a:fgClr>
              <a:schemeClr val="accent2"/>
            </a:fgClr>
            <a:bgClr>
              <a:schemeClr val="accent2">
                <a:lumMod val="20000"/>
                <a:lumOff val="80000"/>
              </a:schemeClr>
            </a:bgClr>
          </a:pattFill>
          <a:ln>
            <a:noFill/>
          </a:ln>
          <a:effectLst>
            <a:innerShdw blurRad="114300">
              <a:schemeClr val="accent2"/>
            </a:innerShdw>
          </a:effectLst>
        </c:spPr>
        <c:marker>
          <c:symbol val="circle"/>
          <c:size val="6"/>
          <c:spPr>
            <a:solidFill>
              <a:schemeClr val="accent2"/>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'data-1777653286105'!$F$1</c:f>
              <c:strCache>
                <c:ptCount val="1"/>
                <c:pt idx="0">
                  <c:v>Total</c:v>
                </c:pt>
              </c:strCache>
            </c:strRef>
          </c:tx>
          <c:spPr>
            <a:pattFill prst="narHorz">
              <a:fgClr>
                <a:schemeClr val="accent2"/>
              </a:fgClr>
              <a:bgClr>
                <a:schemeClr val="accent2">
                  <a:lumMod val="20000"/>
                  <a:lumOff val="80000"/>
                </a:schemeClr>
              </a:bgClr>
            </a:pattFill>
            <a:ln>
              <a:noFill/>
            </a:ln>
            <a:effectLst>
              <a:innerShdw blurRad="114300">
                <a:schemeClr val="accent2"/>
              </a:innerShdw>
            </a:effectLst>
          </c:spPr>
          <c:invertIfNegative val="0"/>
          <c:dLbls>
            <c:spPr>
              <a:solidFill>
                <a:schemeClr val="accent2">
                  <a:lumMod val="60000"/>
                  <a:lumOff val="4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'data-1777653286105'!$E$2:$E$12</c:f>
              <c:strCache>
                <c:ptCount val="10"/>
                <c:pt idx="0">
                  <c:v>Celtic Crossing Honey Liqueur</c:v>
                </c:pt>
                <c:pt idx="1">
                  <c:v>Fireball Cinnamon Why. .200ml 66 prf</c:v>
                </c:pt>
                <c:pt idx="2">
                  <c:v>Hot Lil' Hooch Cherry Cinnamon Whiskey</c:v>
                </c:pt>
                <c:pt idx="3">
                  <c:v>Hot Stuff Mini</c:v>
                </c:pt>
                <c:pt idx="4">
                  <c:v>Juggs Cherry Cha-Chas</c:v>
                </c:pt>
                <c:pt idx="5">
                  <c:v>Mount Royal Light Canadian Whisky</c:v>
                </c:pt>
                <c:pt idx="6">
                  <c:v>Piehole Cherry Pie Mini</c:v>
                </c:pt>
                <c:pt idx="7">
                  <c:v>Southern Comfort 100 Minis</c:v>
                </c:pt>
                <c:pt idx="8">
                  <c:v>Southern Comfort Caramel</c:v>
                </c:pt>
                <c:pt idx="9">
                  <c:v>Whiskey Liqueur</c:v>
                </c:pt>
              </c:strCache>
            </c:strRef>
          </c:cat>
          <c:val>
            <c:numRef>
              <c:f>'data-1777653286105'!$F$2:$F$12</c:f>
              <c:numCache>
                <c:formatCode>General</c:formatCode>
                <c:ptCount val="10"/>
                <c:pt idx="0">
                  <c:v>21</c:v>
                </c:pt>
                <c:pt idx="1">
                  <c:v>2</c:v>
                </c:pt>
                <c:pt idx="2">
                  <c:v>25</c:v>
                </c:pt>
                <c:pt idx="3">
                  <c:v>2</c:v>
                </c:pt>
                <c:pt idx="4">
                  <c:v>18</c:v>
                </c:pt>
                <c:pt idx="5">
                  <c:v>8</c:v>
                </c:pt>
                <c:pt idx="6">
                  <c:v>107</c:v>
                </c:pt>
                <c:pt idx="7">
                  <c:v>5</c:v>
                </c:pt>
                <c:pt idx="8">
                  <c:v>15</c:v>
                </c:pt>
                <c:pt idx="9">
                  <c:v>34</c:v>
                </c:pt>
              </c:numCache>
            </c:numRef>
          </c:val>
          <c:extLst>
            <c:ext xmlns:c16="http://schemas.microsoft.com/office/drawing/2014/chart" uri="{C3380CC4-5D6E-409C-BE32-E72D297353CC}">
              <c16:uniqueId val="{00000000-745F-42C0-8E13-E2216332AC20}"/>
            </c:ext>
          </c:extLst>
        </c:ser>
        <c:dLbls>
          <c:dLblPos val="outEnd"/>
          <c:showLegendKey val="0"/>
          <c:showVal val="1"/>
          <c:showCatName val="0"/>
          <c:showSerName val="0"/>
          <c:showPercent val="0"/>
          <c:showBubbleSize val="0"/>
        </c:dLbls>
        <c:gapWidth val="164"/>
        <c:overlap val="-22"/>
        <c:axId val="1527110240"/>
        <c:axId val="1527107360"/>
      </c:barChart>
      <c:catAx>
        <c:axId val="1527110240"/>
        <c:scaling>
          <c:orientation val="minMax"/>
        </c:scaling>
        <c:delete val="0"/>
        <c:axPos val="b"/>
        <c:numFmt formatCode="General" sourceLinked="1"/>
        <c:majorTickMark val="none"/>
        <c:minorTickMark val="none"/>
        <c:tickLblPos val="nextTo"/>
        <c:spPr>
          <a:solidFill>
            <a:schemeClr val="bg2">
              <a:lumMod val="75000"/>
            </a:schemeClr>
          </a:solid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27107360"/>
        <c:crosses val="autoZero"/>
        <c:auto val="1"/>
        <c:lblAlgn val="ctr"/>
        <c:lblOffset val="100"/>
        <c:noMultiLvlLbl val="0"/>
      </c:catAx>
      <c:valAx>
        <c:axId val="152710736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2711024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lIns="0" tIns="0" rIns="0" bIns="0"/>
          <a:lstStyle/>
          <a:p>
            <a:pPr marL="0" marR="0" indent="0" algn="ctr" defTabSz="914400" fontAlgn="auto" hangingPunct="1">
              <a:lnSpc>
                <a:spcPct val="100000"/>
              </a:lnSpc>
              <a:spcBef>
                <a:spcPts val="0"/>
              </a:spcBef>
              <a:spcAft>
                <a:spcPts val="0"/>
              </a:spcAft>
              <a:tabLst/>
              <a:defRPr sz="2200" b="1" i="0" u="none" strike="noStrike" kern="1200" baseline="0">
                <a:solidFill>
                  <a:srgbClr val="404040"/>
                </a:solidFill>
                <a:latin typeface="Calisto MT"/>
              </a:defRPr>
            </a:pPr>
            <a:r>
              <a:rPr lang="en-US" sz="2200" b="1" i="0" u="none" strike="noStrike" kern="1200" cap="none" spc="0" baseline="0">
                <a:solidFill>
                  <a:srgbClr val="404040"/>
                </a:solidFill>
                <a:uFillTx/>
                <a:latin typeface="Calisto MT"/>
              </a:rPr>
              <a:t>Total</a:t>
            </a:r>
          </a:p>
        </c:rich>
      </c:tx>
      <c:overlay val="0"/>
      <c:spPr>
        <a:noFill/>
        <a:ln>
          <a:noFill/>
        </a:ln>
      </c:spPr>
    </c:title>
    <c:autoTitleDeleted val="0"/>
    <c:plotArea>
      <c:layout/>
      <c:barChart>
        <c:barDir val="col"/>
        <c:grouping val="clustered"/>
        <c:varyColors val="0"/>
        <c:ser>
          <c:idx val="0"/>
          <c:order val="0"/>
          <c:tx>
            <c:v>Total</c:v>
          </c:tx>
          <c:spPr>
            <a:solidFill>
              <a:srgbClr val="D7B78B"/>
            </a:solidFill>
            <a:ln w="9528" cap="flat">
              <a:solidFill>
                <a:srgbClr val="FFFFFF">
                  <a:alpha val="50000"/>
                </a:srgbClr>
              </a:solidFill>
              <a:prstDash val="solid"/>
              <a:round/>
            </a:ln>
          </c:spPr>
          <c:invertIfNegative val="0"/>
          <c:dLbls>
            <c:spPr>
              <a:solidFill>
                <a:srgbClr val="000000"/>
              </a:solidFill>
              <a:ln>
                <a:noFill/>
              </a:ln>
              <a:effectLst/>
            </c:spPr>
            <c:txPr>
              <a:bodyPr lIns="0" tIns="0" rIns="0" bIns="0"/>
              <a:lstStyle/>
              <a:p>
                <a:pPr marL="0" marR="0" indent="0" algn="ctr" defTabSz="914400" fontAlgn="auto" hangingPunct="1">
                  <a:lnSpc>
                    <a:spcPct val="100000"/>
                  </a:lnSpc>
                  <a:spcBef>
                    <a:spcPts val="0"/>
                  </a:spcBef>
                  <a:spcAft>
                    <a:spcPts val="0"/>
                  </a:spcAft>
                  <a:tabLst/>
                  <a:defRPr sz="1197" b="1" i="0" u="none" strike="noStrike" kern="1200" baseline="0">
                    <a:solidFill>
                      <a:srgbClr val="FFFFFF"/>
                    </a:solidFill>
                    <a:latin typeface="Calisto MT"/>
                  </a:defRPr>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ect">
                    <a:avLst/>
                  </a:prstGeom>
                </c15:spPr>
                <c15:showLeaderLines val="1"/>
              </c:ext>
            </c:extLst>
          </c:dLbls>
          <c:cat>
            <c:strLit>
              <c:ptCount val="4"/>
              <c:pt idx="0">
                <c:v>Jeremiah Weed Spiced Whiskey</c:v>
              </c:pt>
              <c:pt idx="1">
                <c:v>Jesse James Spiced Whiskey</c:v>
              </c:pt>
              <c:pt idx="2">
                <c:v>Red Boot Spiced Whiskey</c:v>
              </c:pt>
              <c:pt idx="3">
                <c:v>Revel Stoke Spiced Whiskey</c:v>
              </c:pt>
            </c:strLit>
          </c:cat>
          <c:val>
            <c:numLit>
              <c:formatCode>General</c:formatCode>
              <c:ptCount val="4"/>
              <c:pt idx="0">
                <c:v>3706.880000000001</c:v>
              </c:pt>
              <c:pt idx="1">
                <c:v>171.36</c:v>
              </c:pt>
              <c:pt idx="2">
                <c:v>164.89</c:v>
              </c:pt>
              <c:pt idx="3">
                <c:v>116.16</c:v>
              </c:pt>
            </c:numLit>
          </c:val>
          <c:extLst>
            <c:ext xmlns:c16="http://schemas.microsoft.com/office/drawing/2014/chart" uri="{C3380CC4-5D6E-409C-BE32-E72D297353CC}">
              <c16:uniqueId val="{00000000-6489-4AE7-A301-0C60D9CE13D7}"/>
            </c:ext>
          </c:extLst>
        </c:ser>
        <c:dLbls>
          <c:showLegendKey val="0"/>
          <c:showVal val="0"/>
          <c:showCatName val="0"/>
          <c:showSerName val="0"/>
          <c:showPercent val="0"/>
          <c:showBubbleSize val="0"/>
        </c:dLbls>
        <c:gapWidth val="65"/>
        <c:axId val="1692039616"/>
        <c:axId val="1692046336"/>
      </c:barChart>
      <c:valAx>
        <c:axId val="1692046336"/>
        <c:scaling>
          <c:orientation val="minMax"/>
        </c:scaling>
        <c:delete val="1"/>
        <c:axPos val="l"/>
        <c:majorGridlines>
          <c:spPr>
            <a:ln w="9528" cap="flat">
              <a:solidFill>
                <a:srgbClr val="BFBFBF">
                  <a:alpha val="36000"/>
                </a:srgbClr>
              </a:solidFill>
              <a:round/>
            </a:ln>
          </c:spPr>
        </c:majorGridlines>
        <c:numFmt formatCode="&quot; &quot;[$$-409];&quot; &quot;[$$-409];&quot; &quot;[$$-409];&quot; &quot;" sourceLinked="0"/>
        <c:majorTickMark val="none"/>
        <c:minorTickMark val="none"/>
        <c:tickLblPos val="nextTo"/>
        <c:crossAx val="1692039616"/>
        <c:crosses val="autoZero"/>
        <c:crossBetween val="between"/>
      </c:valAx>
      <c:catAx>
        <c:axId val="1692039616"/>
        <c:scaling>
          <c:orientation val="minMax"/>
        </c:scaling>
        <c:delete val="0"/>
        <c:axPos val="b"/>
        <c:numFmt formatCode="General" sourceLinked="0"/>
        <c:majorTickMark val="none"/>
        <c:minorTickMark val="none"/>
        <c:tickLblPos val="nextTo"/>
        <c:spPr>
          <a:noFill/>
          <a:ln w="19046" cap="flat">
            <a:solidFill>
              <a:srgbClr val="404040"/>
            </a:solidFill>
            <a:prstDash val="solid"/>
            <a:round/>
          </a:ln>
        </c:spPr>
        <c:txPr>
          <a:bodyPr lIns="0" tIns="0" rIns="0" bIns="0"/>
          <a:lstStyle/>
          <a:p>
            <a:pPr marL="0" marR="0" indent="0" defTabSz="914400" fontAlgn="auto" hangingPunct="1">
              <a:lnSpc>
                <a:spcPct val="100000"/>
              </a:lnSpc>
              <a:spcBef>
                <a:spcPts val="0"/>
              </a:spcBef>
              <a:spcAft>
                <a:spcPts val="0"/>
              </a:spcAft>
              <a:tabLst/>
              <a:defRPr sz="1197" b="0" i="0" u="none" strike="noStrike" kern="1200" cap="all" baseline="0">
                <a:solidFill>
                  <a:srgbClr val="404040"/>
                </a:solidFill>
                <a:latin typeface="Calisto MT"/>
              </a:defRPr>
            </a:pPr>
            <a:endParaRPr lang="en-US"/>
          </a:p>
        </c:txPr>
        <c:crossAx val="1692046336"/>
        <c:crosses val="autoZero"/>
        <c:auto val="1"/>
        <c:lblAlgn val="ctr"/>
        <c:lblOffset val="100"/>
        <c:noMultiLvlLbl val="0"/>
      </c:catAx>
      <c:spPr>
        <a:noFill/>
        <a:ln>
          <a:noFill/>
        </a:ln>
      </c:spPr>
    </c:plotArea>
    <c:legend>
      <c:legendPos val="r"/>
      <c:overlay val="0"/>
      <c:spPr>
        <a:solidFill>
          <a:srgbClr val="F2F2F2">
            <a:alpha val="39000"/>
          </a:srgbClr>
        </a:solidFill>
        <a:ln>
          <a:noFill/>
        </a:ln>
      </c:spPr>
      <c:txPr>
        <a:bodyPr lIns="0" tIns="0" rIns="0" bIns="0"/>
        <a:lstStyle/>
        <a:p>
          <a:pPr marL="0" marR="0" indent="0" defTabSz="914400" fontAlgn="auto" hangingPunct="1">
            <a:lnSpc>
              <a:spcPct val="100000"/>
            </a:lnSpc>
            <a:spcBef>
              <a:spcPts val="0"/>
            </a:spcBef>
            <a:spcAft>
              <a:spcPts val="0"/>
            </a:spcAft>
            <a:tabLst/>
            <a:defRPr sz="1197" b="0" i="0" u="none" strike="noStrike" kern="1200" baseline="0">
              <a:solidFill>
                <a:srgbClr val="404040"/>
              </a:solidFill>
              <a:latin typeface="Calisto MT"/>
            </a:defRPr>
          </a:pPr>
          <a:endParaRPr lang="en-US"/>
        </a:p>
      </c:txPr>
    </c:legend>
    <c:plotVisOnly val="1"/>
    <c:dispBlanksAs val="gap"/>
    <c:showDLblsOverMax val="0"/>
  </c:chart>
  <c:spPr>
    <a:gradFill>
      <a:gsLst>
        <a:gs pos="0">
          <a:srgbClr val="FFFFFF"/>
        </a:gs>
        <a:gs pos="100000">
          <a:srgbClr val="FFFFFF"/>
        </a:gs>
      </a:gsLst>
      <a:path path="circle">
        <a:fillToRect l="50000" t="-80000" r="50000" b="180000"/>
      </a:path>
    </a:gradFill>
    <a:ln w="9528" cap="flat">
      <a:solidFill>
        <a:srgbClr val="BFBFBF"/>
      </a:solidFill>
      <a:prstDash val="solid"/>
      <a:round/>
    </a:ln>
  </c:spPr>
  <c:txPr>
    <a:bodyPr lIns="0" tIns="0" rIns="0" bIns="0"/>
    <a:lstStyle/>
    <a:p>
      <a:pPr marL="0" marR="0" indent="0" defTabSz="914400" fontAlgn="auto" hangingPunct="1">
        <a:lnSpc>
          <a:spcPct val="100000"/>
        </a:lnSpc>
        <a:spcBef>
          <a:spcPts val="0"/>
        </a:spcBef>
        <a:spcAft>
          <a:spcPts val="0"/>
        </a:spcAft>
        <a:tabLst/>
        <a:defRPr lang="en-US" sz="1197" b="0" i="0" u="none" strike="noStrike" kern="1200" baseline="0">
          <a:solidFill>
            <a:srgbClr val="000000"/>
          </a:solidFill>
          <a:latin typeface="Calisto MT"/>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xMode val="edge"/>
          <c:yMode val="edge"/>
          <c:x val="0"/>
          <c:y val="0"/>
          <c:w val="0.96295392085907194"/>
          <c:h val="0.80117554707502059"/>
        </c:manualLayout>
      </c:layout>
      <c:barChart>
        <c:barDir val="col"/>
        <c:grouping val="clustered"/>
        <c:varyColors val="0"/>
        <c:ser>
          <c:idx val="0"/>
          <c:order val="0"/>
          <c:tx>
            <c:v>Total</c:v>
          </c:tx>
          <c:spPr>
            <a:solidFill>
              <a:srgbClr val="57575C"/>
            </a:solidFill>
            <a:ln>
              <a:noFill/>
            </a:ln>
            <a:effectLst>
              <a:outerShdw dir="16200000" algn="tl">
                <a:srgbClr val="000000">
                  <a:alpha val="20000"/>
                </a:srgbClr>
              </a:outerShdw>
            </a:effectLst>
          </c:spPr>
          <c:invertIfNegative val="0"/>
          <c:dLbls>
            <c:spPr>
              <a:solidFill>
                <a:srgbClr val="E5D6A4"/>
              </a:solidFill>
              <a:ln>
                <a:noFill/>
              </a:ln>
              <a:effectLst/>
            </c:spPr>
            <c:txPr>
              <a:bodyPr lIns="0" tIns="0" rIns="0" bIns="0"/>
              <a:lstStyle/>
              <a:p>
                <a:pPr marL="0" marR="0" indent="0" algn="ctr" defTabSz="914400" fontAlgn="auto" hangingPunct="1">
                  <a:lnSpc>
                    <a:spcPct val="100000"/>
                  </a:lnSpc>
                  <a:spcBef>
                    <a:spcPts val="0"/>
                  </a:spcBef>
                  <a:spcAft>
                    <a:spcPts val="0"/>
                  </a:spcAft>
                  <a:tabLst/>
                  <a:defRPr sz="1330" b="1" i="0" u="none" strike="noStrike" kern="1200" baseline="0">
                    <a:solidFill>
                      <a:srgbClr val="FFFFFF"/>
                    </a:solidFill>
                    <a:latin typeface="Calisto MT"/>
                  </a:defRPr>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ect">
                    <a:avLst/>
                  </a:prstGeom>
                </c15:spPr>
                <c15:showLeaderLines val="1"/>
              </c:ext>
            </c:extLst>
          </c:dLbls>
          <c:cat>
            <c:strLit>
              <c:ptCount val="10"/>
              <c:pt idx="0">
                <c:v>2512</c:v>
              </c:pt>
              <c:pt idx="1">
                <c:v>2633</c:v>
              </c:pt>
              <c:pt idx="2">
                <c:v>3385</c:v>
              </c:pt>
              <c:pt idx="3">
                <c:v>3420</c:v>
              </c:pt>
              <c:pt idx="4">
                <c:v>4101</c:v>
              </c:pt>
              <c:pt idx="5">
                <c:v>4829</c:v>
              </c:pt>
              <c:pt idx="6">
                <c:v>4931</c:v>
              </c:pt>
              <c:pt idx="7">
                <c:v>4994</c:v>
              </c:pt>
              <c:pt idx="8">
                <c:v>5025</c:v>
              </c:pt>
              <c:pt idx="9">
                <c:v>5063</c:v>
              </c:pt>
            </c:strLit>
          </c:cat>
          <c:val>
            <c:numLit>
              <c:formatCode>General</c:formatCode>
              <c:ptCount val="10"/>
              <c:pt idx="0">
                <c:v>286847.71000000002</c:v>
              </c:pt>
              <c:pt idx="1">
                <c:v>1121455.73</c:v>
              </c:pt>
              <c:pt idx="2">
                <c:v>280790.52</c:v>
              </c:pt>
              <c:pt idx="3">
                <c:v>281844</c:v>
              </c:pt>
              <c:pt idx="4">
                <c:v>26.94</c:v>
              </c:pt>
              <c:pt idx="5">
                <c:v>935164.78</c:v>
              </c:pt>
              <c:pt idx="6">
                <c:v>64</c:v>
              </c:pt>
              <c:pt idx="7">
                <c:v>64</c:v>
              </c:pt>
              <c:pt idx="8">
                <c:v>84.84</c:v>
              </c:pt>
              <c:pt idx="9">
                <c:v>26.94</c:v>
              </c:pt>
            </c:numLit>
          </c:val>
          <c:extLst>
            <c:ext xmlns:c16="http://schemas.microsoft.com/office/drawing/2014/chart" uri="{C3380CC4-5D6E-409C-BE32-E72D297353CC}">
              <c16:uniqueId val="{00000000-DE16-40AD-B6AE-2CE567B5B1F1}"/>
            </c:ext>
          </c:extLst>
        </c:ser>
        <c:dLbls>
          <c:showLegendKey val="0"/>
          <c:showVal val="0"/>
          <c:showCatName val="0"/>
          <c:showSerName val="0"/>
          <c:showPercent val="0"/>
          <c:showBubbleSize val="0"/>
        </c:dLbls>
        <c:gapWidth val="41"/>
        <c:axId val="1692037216"/>
        <c:axId val="1692052096"/>
      </c:barChart>
      <c:valAx>
        <c:axId val="1692052096"/>
        <c:scaling>
          <c:orientation val="minMax"/>
        </c:scaling>
        <c:delete val="1"/>
        <c:axPos val="l"/>
        <c:numFmt formatCode="General" sourceLinked="0"/>
        <c:majorTickMark val="none"/>
        <c:minorTickMark val="none"/>
        <c:tickLblPos val="nextTo"/>
        <c:crossAx val="1692037216"/>
        <c:crosses val="autoZero"/>
        <c:crossBetween val="between"/>
      </c:valAx>
      <c:catAx>
        <c:axId val="1692037216"/>
        <c:scaling>
          <c:orientation val="minMax"/>
        </c:scaling>
        <c:delete val="0"/>
        <c:axPos val="b"/>
        <c:title>
          <c:tx>
            <c:rich>
              <a:bodyPr lIns="0" tIns="0" rIns="0" bIns="0"/>
              <a:lstStyle/>
              <a:p>
                <a:pPr marL="0" marR="0" indent="0" algn="ctr" defTabSz="914400" fontAlgn="auto" hangingPunct="1">
                  <a:lnSpc>
                    <a:spcPct val="100000"/>
                  </a:lnSpc>
                  <a:spcBef>
                    <a:spcPts val="0"/>
                  </a:spcBef>
                  <a:spcAft>
                    <a:spcPts val="0"/>
                  </a:spcAft>
                  <a:tabLst/>
                  <a:defRPr sz="1197" b="1" i="0" u="none" strike="noStrike" kern="1200" baseline="0">
                    <a:solidFill>
                      <a:srgbClr val="595959"/>
                    </a:solidFill>
                    <a:latin typeface="Calisto MT"/>
                  </a:defRPr>
                </a:pPr>
                <a:r>
                  <a:rPr lang="en-US" sz="1197" b="1" i="0" u="none" strike="noStrike" kern="1200" cap="none" spc="0" baseline="0">
                    <a:solidFill>
                      <a:srgbClr val="595959"/>
                    </a:solidFill>
                    <a:uFillTx/>
                    <a:latin typeface="Calisto MT"/>
                  </a:rPr>
                  <a:t>Stores</a:t>
                </a:r>
              </a:p>
            </c:rich>
          </c:tx>
          <c:overlay val="0"/>
          <c:spPr>
            <a:noFill/>
            <a:ln>
              <a:noFill/>
            </a:ln>
          </c:spPr>
        </c:title>
        <c:numFmt formatCode="General" sourceLinked="0"/>
        <c:majorTickMark val="none"/>
        <c:minorTickMark val="none"/>
        <c:tickLblPos val="nextTo"/>
        <c:spPr>
          <a:noFill/>
          <a:ln>
            <a:noFill/>
          </a:ln>
        </c:spPr>
        <c:txPr>
          <a:bodyPr lIns="0" tIns="0" rIns="0" bIns="0"/>
          <a:lstStyle/>
          <a:p>
            <a:pPr marL="0" marR="0" indent="0" defTabSz="914400" fontAlgn="auto" hangingPunct="1">
              <a:lnSpc>
                <a:spcPct val="100000"/>
              </a:lnSpc>
              <a:spcBef>
                <a:spcPts val="0"/>
              </a:spcBef>
              <a:spcAft>
                <a:spcPts val="0"/>
              </a:spcAft>
              <a:tabLst/>
              <a:defRPr sz="1197" b="0" i="0" u="none" strike="noStrike" kern="1200" baseline="0">
                <a:solidFill>
                  <a:srgbClr val="595959"/>
                </a:solidFill>
                <a:latin typeface="Calisto MT"/>
              </a:defRPr>
            </a:pPr>
            <a:endParaRPr lang="en-US"/>
          </a:p>
        </c:txPr>
        <c:crossAx val="1692052096"/>
        <c:crosses val="autoZero"/>
        <c:auto val="1"/>
        <c:lblAlgn val="ctr"/>
        <c:lblOffset val="100"/>
        <c:noMultiLvlLbl val="0"/>
      </c:catAx>
      <c:spPr>
        <a:noFill/>
        <a:ln>
          <a:noFill/>
        </a:ln>
      </c:spPr>
    </c:plotArea>
    <c:legend>
      <c:legendPos val="r"/>
      <c:layout>
        <c:manualLayout>
          <c:xMode val="edge"/>
          <c:yMode val="edge"/>
          <c:x val="0.69920884416610651"/>
          <c:y val="8.5889570552147243E-2"/>
          <c:w val="0.28693639214681205"/>
          <c:h val="0.24440703347664364"/>
        </c:manualLayout>
      </c:layout>
      <c:overlay val="0"/>
      <c:spPr>
        <a:noFill/>
        <a:ln>
          <a:noFill/>
        </a:ln>
      </c:spPr>
      <c:txPr>
        <a:bodyPr lIns="0" tIns="0" rIns="0" bIns="0"/>
        <a:lstStyle/>
        <a:p>
          <a:pPr marL="0" marR="0" indent="0" defTabSz="914400" fontAlgn="auto" hangingPunct="1">
            <a:lnSpc>
              <a:spcPct val="100000"/>
            </a:lnSpc>
            <a:spcBef>
              <a:spcPts val="0"/>
            </a:spcBef>
            <a:spcAft>
              <a:spcPts val="0"/>
            </a:spcAft>
            <a:tabLst/>
            <a:defRPr sz="1197" b="0" i="0" u="none" strike="noStrike" kern="1200" baseline="0">
              <a:solidFill>
                <a:srgbClr val="595959"/>
              </a:solidFill>
              <a:latin typeface="Calisto MT"/>
            </a:defRPr>
          </a:pPr>
          <a:endParaRPr lang="en-US"/>
        </a:p>
      </c:txPr>
    </c:legend>
    <c:plotVisOnly val="1"/>
    <c:dispBlanksAs val="zero"/>
    <c:showDLblsOverMax val="0"/>
  </c:chart>
  <c:spPr>
    <a:gradFill>
      <a:gsLst>
        <a:gs pos="0">
          <a:srgbClr val="FFFFFF"/>
        </a:gs>
        <a:gs pos="50000">
          <a:srgbClr val="D9D9D9"/>
        </a:gs>
        <a:gs pos="100000">
          <a:srgbClr val="FFFFFF"/>
        </a:gs>
      </a:gsLst>
      <a:lin ang="5400000"/>
    </a:gradFill>
    <a:ln w="9528" cap="flat">
      <a:solidFill>
        <a:srgbClr val="D9D9D9"/>
      </a:solidFill>
      <a:prstDash val="solid"/>
      <a:round/>
    </a:ln>
  </c:spPr>
  <c:txPr>
    <a:bodyPr lIns="0" tIns="0" rIns="0" bIns="0"/>
    <a:lstStyle/>
    <a:p>
      <a:pPr marL="0" marR="0" indent="0" defTabSz="914400" fontAlgn="auto" hangingPunct="1">
        <a:lnSpc>
          <a:spcPct val="100000"/>
        </a:lnSpc>
        <a:spcBef>
          <a:spcPts val="0"/>
        </a:spcBef>
        <a:spcAft>
          <a:spcPts val="0"/>
        </a:spcAft>
        <a:tabLst/>
        <a:defRPr lang="en-US" sz="1330" b="0" i="0" u="none" strike="noStrike" kern="1200" baseline="0">
          <a:solidFill>
            <a:srgbClr val="000000"/>
          </a:solidFill>
          <a:latin typeface="Calisto MT"/>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withinLinearReversed" id="22">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5">
  <a:schemeClr val="accent2"/>
</cs:colorStyle>
</file>

<file path=ppt/charts/style1.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13">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79F775D-1583-1F72-F972-5EC1516BDD85}"/>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4572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1pPr>
          </a:lstStyle>
          <a:p>
            <a:pPr lvl="0"/>
            <a:endParaRPr lang="en-US"/>
          </a:p>
        </p:txBody>
      </p:sp>
      <p:sp>
        <p:nvSpPr>
          <p:cNvPr id="3" name="Date Placeholder 2">
            <a:extLst>
              <a:ext uri="{FF2B5EF4-FFF2-40B4-BE49-F238E27FC236}">
                <a16:creationId xmlns:a16="http://schemas.microsoft.com/office/drawing/2014/main" id="{99BAF7E5-0E6E-2F70-3801-A7B75A0DD69D}"/>
              </a:ext>
            </a:extLst>
          </p:cNvPr>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4572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1pPr>
          </a:lstStyle>
          <a:p>
            <a:pPr lvl="0"/>
            <a:fld id="{5762791F-CE44-427B-BF87-AEE48E98D2FE}" type="datetime1">
              <a:rPr lang="en-US"/>
              <a:pPr lvl="0"/>
              <a:t>5/1/2026</a:t>
            </a:fld>
            <a:endParaRPr lang="en-US"/>
          </a:p>
        </p:txBody>
      </p:sp>
      <p:sp>
        <p:nvSpPr>
          <p:cNvPr id="4" name="Slide Image Placeholder 3">
            <a:extLst>
              <a:ext uri="{FF2B5EF4-FFF2-40B4-BE49-F238E27FC236}">
                <a16:creationId xmlns:a16="http://schemas.microsoft.com/office/drawing/2014/main" id="{3143BDF6-C6BD-ADF8-9A52-E20A87FDAC7A}"/>
              </a:ext>
            </a:extLst>
          </p:cNvPr>
          <p:cNvSpPr>
            <a:spLocks noGrp="1" noRot="1" noChangeAspect="1"/>
          </p:cNvSpPr>
          <p:nvPr>
            <p:ph type="sldImg" idx="2"/>
          </p:nvPr>
        </p:nvSpPr>
        <p:spPr>
          <a:xfrm>
            <a:off x="685800" y="1143000"/>
            <a:ext cx="5486400" cy="3086099"/>
          </a:xfrm>
          <a:prstGeom prst="rect">
            <a:avLst/>
          </a:prstGeom>
          <a:noFill/>
          <a:ln w="12701">
            <a:solidFill>
              <a:srgbClr val="000000"/>
            </a:solidFill>
            <a:prstDash val="solid"/>
          </a:ln>
        </p:spPr>
      </p:sp>
      <p:sp>
        <p:nvSpPr>
          <p:cNvPr id="5" name="Notes Placeholder 4">
            <a:extLst>
              <a:ext uri="{FF2B5EF4-FFF2-40B4-BE49-F238E27FC236}">
                <a16:creationId xmlns:a16="http://schemas.microsoft.com/office/drawing/2014/main" id="{4CEAC69B-868D-2A93-A2C7-569AAEE75C66}"/>
              </a:ext>
            </a:extLst>
          </p:cNvPr>
          <p:cNvSpPr txBox="1">
            <a:spLocks noGrp="1"/>
          </p:cNvSpPr>
          <p:nvPr>
            <p:ph type="body" sz="quarter" idx="3"/>
          </p:nvPr>
        </p:nvSpPr>
        <p:spPr>
          <a:xfrm>
            <a:off x="685800" y="4400549"/>
            <a:ext cx="5486400" cy="3600450"/>
          </a:xfrm>
          <a:prstGeom prst="rect">
            <a:avLst/>
          </a:prstGeom>
          <a:noFill/>
          <a:ln>
            <a:noFill/>
          </a:ln>
        </p:spPr>
        <p:txBody>
          <a:bodyPr vert="horz" wrap="square" lIns="91440" tIns="45720" rIns="91440" bIns="45720" anchor="t" anchorCtr="0" compatLnSpc="1">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3295ACE1-7BF5-FB12-3D19-349400DA7A19}"/>
              </a:ext>
            </a:extLst>
          </p:cNvPr>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4572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1pPr>
          </a:lstStyle>
          <a:p>
            <a:pPr lvl="0"/>
            <a:endParaRPr lang="en-US"/>
          </a:p>
        </p:txBody>
      </p:sp>
      <p:sp>
        <p:nvSpPr>
          <p:cNvPr id="7" name="Slide Number Placeholder 6">
            <a:extLst>
              <a:ext uri="{FF2B5EF4-FFF2-40B4-BE49-F238E27FC236}">
                <a16:creationId xmlns:a16="http://schemas.microsoft.com/office/drawing/2014/main" id="{7B90BC34-4B86-7D9F-26CC-6ABE425A8B2B}"/>
              </a:ext>
            </a:extLst>
          </p:cNvPr>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4572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1pPr>
          </a:lstStyle>
          <a:p>
            <a:pPr lvl="0"/>
            <a:fld id="{53327CC7-465B-42B8-BCDF-821C743B5426}" type="slidenum">
              <a:t>‹#›</a:t>
            </a:fld>
            <a:endParaRPr lang="en-US"/>
          </a:p>
        </p:txBody>
      </p:sp>
    </p:spTree>
    <p:extLst>
      <p:ext uri="{BB962C8B-B14F-4D97-AF65-F5344CB8AC3E}">
        <p14:creationId xmlns:p14="http://schemas.microsoft.com/office/powerpoint/2010/main" val="793107415"/>
      </p:ext>
    </p:extLst>
  </p:cSld>
  <p:clrMap bg1="lt1" tx1="dk1" bg2="lt2" tx2="dk2" accent1="accent1" accent2="accent2" accent3="accent3" accent4="accent4" accent5="accent5" accent6="accent6" hlink="hlink" folHlink="folHlink"/>
  <p:notes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1pPr>
    <a:lvl2pPr marL="457200" marR="0" lvl="1"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2pPr>
    <a:lvl3pPr marL="914400" marR="0" lvl="2"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3pPr>
    <a:lvl4pPr marL="1371600" marR="0" lvl="3"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4pPr>
    <a:lvl5pPr marL="1828800" marR="0" lvl="4"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0008A6-997B-A221-02DF-BA301C07405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629E76D-DBC8-0710-73C4-78326CABA71A}"/>
              </a:ext>
            </a:extLst>
          </p:cNvPr>
          <p:cNvSpPr txBox="1">
            <a:spLocks noGrp="1"/>
          </p:cNvSpPr>
          <p:nvPr>
            <p:ph type="body" sz="quarter" idx="1"/>
          </p:nvPr>
        </p:nvSpPr>
        <p:spPr/>
        <p:txBody>
          <a:bodyPr/>
          <a:lstStyle/>
          <a:p>
            <a:endParaRPr lang="en-US"/>
          </a:p>
        </p:txBody>
      </p:sp>
      <p:sp>
        <p:nvSpPr>
          <p:cNvPr id="4" name="Slide Number Placeholder 3">
            <a:extLst>
              <a:ext uri="{FF2B5EF4-FFF2-40B4-BE49-F238E27FC236}">
                <a16:creationId xmlns:a16="http://schemas.microsoft.com/office/drawing/2014/main" id="{6E7B0D27-EC70-3263-47BA-E972BFBE05D8}"/>
              </a:ext>
            </a:extLst>
          </p:cNvPr>
          <p:cNvSpPr txBox="1"/>
          <p:nvPr/>
        </p:nvSpPr>
        <p:spPr>
          <a:xfrm>
            <a:off x="3884608" y="8685208"/>
            <a:ext cx="2971800" cy="458791"/>
          </a:xfrm>
          <a:prstGeom prst="rect">
            <a:avLst/>
          </a:prstGeom>
          <a:noFill/>
          <a:ln cap="rnd">
            <a:noFill/>
          </a:ln>
        </p:spPr>
        <p:txBody>
          <a:bodyPr vert="horz" wrap="square" lIns="91440" tIns="45720" rIns="91440" bIns="45720" anchor="b"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6FAFDB59-55AC-49EC-BE7F-C119110B2032}" type="slidenum">
              <a:t>9</a:t>
            </a:fld>
            <a:endParaRPr lang="en-US" sz="1200" b="0" i="0" u="none" strike="noStrike" kern="1200" cap="none" spc="0" baseline="0">
              <a:solidFill>
                <a:srgbClr val="000000"/>
              </a:solidFill>
              <a:uFillTx/>
              <a:latin typeface="Apto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D0333-83CF-7A63-8A13-B978961D6EB4}"/>
              </a:ext>
            </a:extLst>
          </p:cNvPr>
          <p:cNvSpPr txBox="1">
            <a:spLocks noGrp="1"/>
          </p:cNvSpPr>
          <p:nvPr>
            <p:ph type="ctrTitle"/>
          </p:nvPr>
        </p:nvSpPr>
        <p:spPr>
          <a:xfrm>
            <a:off x="1370694" y="1769537"/>
            <a:ext cx="9440037" cy="1828800"/>
          </a:xfrm>
        </p:spPr>
        <p:txBody>
          <a:bodyPr anchor="b"/>
          <a:lstStyle>
            <a:lvl1pPr>
              <a:defRPr sz="5400"/>
            </a:lvl1pPr>
          </a:lstStyle>
          <a:p>
            <a:pPr lvl="0"/>
            <a:r>
              <a:rPr lang="en-US"/>
              <a:t>Click to edit Master title style</a:t>
            </a:r>
          </a:p>
        </p:txBody>
      </p:sp>
      <p:sp>
        <p:nvSpPr>
          <p:cNvPr id="3" name="Subtitle 2">
            <a:extLst>
              <a:ext uri="{FF2B5EF4-FFF2-40B4-BE49-F238E27FC236}">
                <a16:creationId xmlns:a16="http://schemas.microsoft.com/office/drawing/2014/main" id="{5AD8A249-2A25-9255-4C39-C26BC956D1CF}"/>
              </a:ext>
            </a:extLst>
          </p:cNvPr>
          <p:cNvSpPr txBox="1">
            <a:spLocks noGrp="1"/>
          </p:cNvSpPr>
          <p:nvPr>
            <p:ph type="subTitle" idx="1"/>
          </p:nvPr>
        </p:nvSpPr>
        <p:spPr>
          <a:xfrm>
            <a:off x="1370694" y="3598337"/>
            <a:ext cx="9440037" cy="1049868"/>
          </a:xfrm>
        </p:spPr>
        <p:txBody>
          <a:bodyPr anchorCtr="1"/>
          <a:lstStyle>
            <a:lvl1pPr marL="0" indent="0" algn="ctr">
              <a:buNone/>
              <a:defRPr>
                <a:solidFill>
                  <a:srgbClr val="FFFFFF"/>
                </a:solidFill>
              </a:defRPr>
            </a:lvl1pPr>
          </a:lstStyle>
          <a:p>
            <a:pPr lvl="0"/>
            <a:r>
              <a:rPr lang="en-US"/>
              <a:t>Click to edit Master subtitle style</a:t>
            </a:r>
          </a:p>
        </p:txBody>
      </p:sp>
      <p:sp>
        <p:nvSpPr>
          <p:cNvPr id="4" name="Date Placeholder 3">
            <a:extLst>
              <a:ext uri="{FF2B5EF4-FFF2-40B4-BE49-F238E27FC236}">
                <a16:creationId xmlns:a16="http://schemas.microsoft.com/office/drawing/2014/main" id="{F289C7B6-BAD7-D23C-69CC-3127D95A1369}"/>
              </a:ext>
            </a:extLst>
          </p:cNvPr>
          <p:cNvSpPr txBox="1">
            <a:spLocks noGrp="1"/>
          </p:cNvSpPr>
          <p:nvPr>
            <p:ph type="dt" sz="half" idx="7"/>
          </p:nvPr>
        </p:nvSpPr>
        <p:spPr/>
        <p:txBody>
          <a:bodyPr/>
          <a:lstStyle>
            <a:lvl1pPr>
              <a:defRPr/>
            </a:lvl1pPr>
          </a:lstStyle>
          <a:p>
            <a:pPr lvl="0"/>
            <a:fld id="{42714C42-66CC-4E1A-ADE3-DDAFABA3D6F4}" type="datetime1">
              <a:rPr lang="en-US"/>
              <a:pPr lvl="0"/>
              <a:t>5/1/2026</a:t>
            </a:fld>
            <a:endParaRPr lang="en-US"/>
          </a:p>
        </p:txBody>
      </p:sp>
      <p:sp>
        <p:nvSpPr>
          <p:cNvPr id="5" name="Footer Placeholder 4">
            <a:extLst>
              <a:ext uri="{FF2B5EF4-FFF2-40B4-BE49-F238E27FC236}">
                <a16:creationId xmlns:a16="http://schemas.microsoft.com/office/drawing/2014/main" id="{9D09CFC4-4434-EF9A-097B-AC6228575619}"/>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8964D450-1252-2A20-1FBB-D6F083A01F45}"/>
              </a:ext>
            </a:extLst>
          </p:cNvPr>
          <p:cNvSpPr txBox="1">
            <a:spLocks noGrp="1"/>
          </p:cNvSpPr>
          <p:nvPr>
            <p:ph type="sldNum" sz="quarter" idx="8"/>
          </p:nvPr>
        </p:nvSpPr>
        <p:spPr/>
        <p:txBody>
          <a:bodyPr/>
          <a:lstStyle>
            <a:lvl1pPr>
              <a:defRPr/>
            </a:lvl1pPr>
          </a:lstStyle>
          <a:p>
            <a:pPr lvl="0"/>
            <a:fld id="{FA4A3AD5-50D8-48D7-AE7E-2A75261ED7D5}" type="slidenum">
              <a:t>‹#›</a:t>
            </a:fld>
            <a:endParaRPr lang="en-US"/>
          </a:p>
        </p:txBody>
      </p:sp>
    </p:spTree>
    <p:extLst>
      <p:ext uri="{BB962C8B-B14F-4D97-AF65-F5344CB8AC3E}">
        <p14:creationId xmlns:p14="http://schemas.microsoft.com/office/powerpoint/2010/main" val="387772141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5A41E-3E31-2809-0C1B-9E95922F71EA}"/>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BED77623-AA36-4DEE-5029-E726C3866571}"/>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41FA2F-A5CD-0D0B-B54E-85C2FB45D6F8}"/>
              </a:ext>
            </a:extLst>
          </p:cNvPr>
          <p:cNvSpPr txBox="1">
            <a:spLocks noGrp="1"/>
          </p:cNvSpPr>
          <p:nvPr>
            <p:ph type="dt" sz="half" idx="7"/>
          </p:nvPr>
        </p:nvSpPr>
        <p:spPr/>
        <p:txBody>
          <a:bodyPr/>
          <a:lstStyle>
            <a:lvl1pPr>
              <a:defRPr/>
            </a:lvl1pPr>
          </a:lstStyle>
          <a:p>
            <a:pPr lvl="0"/>
            <a:fld id="{110A2087-9354-4A96-99D9-73F7EE4B6E5F}" type="datetime1">
              <a:rPr lang="en-US"/>
              <a:pPr lvl="0"/>
              <a:t>5/1/2026</a:t>
            </a:fld>
            <a:endParaRPr lang="en-US"/>
          </a:p>
        </p:txBody>
      </p:sp>
      <p:sp>
        <p:nvSpPr>
          <p:cNvPr id="5" name="Footer Placeholder 4">
            <a:extLst>
              <a:ext uri="{FF2B5EF4-FFF2-40B4-BE49-F238E27FC236}">
                <a16:creationId xmlns:a16="http://schemas.microsoft.com/office/drawing/2014/main" id="{9445802D-D9B5-5473-B89A-86134C1E1B88}"/>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981BD66B-CAD9-BABF-CE2F-B57550794330}"/>
              </a:ext>
            </a:extLst>
          </p:cNvPr>
          <p:cNvSpPr txBox="1">
            <a:spLocks noGrp="1"/>
          </p:cNvSpPr>
          <p:nvPr>
            <p:ph type="sldNum" sz="quarter" idx="8"/>
          </p:nvPr>
        </p:nvSpPr>
        <p:spPr/>
        <p:txBody>
          <a:bodyPr/>
          <a:lstStyle>
            <a:lvl1pPr>
              <a:defRPr/>
            </a:lvl1pPr>
          </a:lstStyle>
          <a:p>
            <a:pPr lvl="0"/>
            <a:fld id="{688D6AAC-B59B-4503-88BA-BB4CD440D9A5}" type="slidenum">
              <a:t>‹#›</a:t>
            </a:fld>
            <a:endParaRPr lang="en-US"/>
          </a:p>
        </p:txBody>
      </p:sp>
    </p:spTree>
    <p:extLst>
      <p:ext uri="{BB962C8B-B14F-4D97-AF65-F5344CB8AC3E}">
        <p14:creationId xmlns:p14="http://schemas.microsoft.com/office/powerpoint/2010/main" val="1814078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0582A-FDB9-F295-A660-1F2CE9405B9F}"/>
              </a:ext>
            </a:extLst>
          </p:cNvPr>
          <p:cNvSpPr txBox="1">
            <a:spLocks noGrp="1"/>
          </p:cNvSpPr>
          <p:nvPr>
            <p:ph type="title"/>
          </p:nvPr>
        </p:nvSpPr>
        <p:spPr>
          <a:xfrm>
            <a:off x="1295403" y="1761070"/>
            <a:ext cx="9590547" cy="1828809"/>
          </a:xfrm>
        </p:spPr>
        <p:txBody>
          <a:bodyPr anchor="b"/>
          <a:lstStyle>
            <a:lvl1pPr>
              <a:defRPr/>
            </a:lvl1pPr>
          </a:lstStyle>
          <a:p>
            <a:pPr lvl="0"/>
            <a:r>
              <a:rPr lang="en-US"/>
              <a:t>Click to edit Master title style</a:t>
            </a:r>
          </a:p>
        </p:txBody>
      </p:sp>
      <p:sp>
        <p:nvSpPr>
          <p:cNvPr id="3" name="Text Placeholder 2">
            <a:extLst>
              <a:ext uri="{FF2B5EF4-FFF2-40B4-BE49-F238E27FC236}">
                <a16:creationId xmlns:a16="http://schemas.microsoft.com/office/drawing/2014/main" id="{3387EBE4-8AAB-AD29-25F1-E7488881734A}"/>
              </a:ext>
            </a:extLst>
          </p:cNvPr>
          <p:cNvSpPr txBox="1">
            <a:spLocks noGrp="1"/>
          </p:cNvSpPr>
          <p:nvPr>
            <p:ph type="body" idx="1"/>
          </p:nvPr>
        </p:nvSpPr>
        <p:spPr>
          <a:xfrm>
            <a:off x="1295403" y="3589879"/>
            <a:ext cx="9590547" cy="1507050"/>
          </a:xfrm>
        </p:spPr>
        <p:txBody>
          <a:bodyPr anchorCtr="1"/>
          <a:lstStyle>
            <a:lvl1pPr marL="0" indent="0" algn="ctr">
              <a:buNone/>
              <a:defRPr>
                <a:solidFill>
                  <a:srgbClr val="FFFFFF"/>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97A9BE49-993A-C5A3-82CF-23663FB7D30D}"/>
              </a:ext>
            </a:extLst>
          </p:cNvPr>
          <p:cNvSpPr txBox="1">
            <a:spLocks noGrp="1"/>
          </p:cNvSpPr>
          <p:nvPr>
            <p:ph type="dt" sz="half" idx="7"/>
          </p:nvPr>
        </p:nvSpPr>
        <p:spPr/>
        <p:txBody>
          <a:bodyPr/>
          <a:lstStyle>
            <a:lvl1pPr>
              <a:defRPr/>
            </a:lvl1pPr>
          </a:lstStyle>
          <a:p>
            <a:pPr lvl="0"/>
            <a:fld id="{406E9B1A-00AC-4925-980A-C28A139C21E2}" type="datetime1">
              <a:rPr lang="en-US"/>
              <a:pPr lvl="0"/>
              <a:t>5/1/2026</a:t>
            </a:fld>
            <a:endParaRPr lang="en-US"/>
          </a:p>
        </p:txBody>
      </p:sp>
      <p:sp>
        <p:nvSpPr>
          <p:cNvPr id="5" name="Footer Placeholder 4">
            <a:extLst>
              <a:ext uri="{FF2B5EF4-FFF2-40B4-BE49-F238E27FC236}">
                <a16:creationId xmlns:a16="http://schemas.microsoft.com/office/drawing/2014/main" id="{D413B1C1-1FC8-B17F-F8F8-777722E2CEEB}"/>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B0028BAA-1AE1-733E-F9F0-EC158F0FB7DE}"/>
              </a:ext>
            </a:extLst>
          </p:cNvPr>
          <p:cNvSpPr txBox="1">
            <a:spLocks noGrp="1"/>
          </p:cNvSpPr>
          <p:nvPr>
            <p:ph type="sldNum" sz="quarter" idx="8"/>
          </p:nvPr>
        </p:nvSpPr>
        <p:spPr/>
        <p:txBody>
          <a:bodyPr/>
          <a:lstStyle>
            <a:lvl1pPr>
              <a:defRPr/>
            </a:lvl1pPr>
          </a:lstStyle>
          <a:p>
            <a:pPr lvl="0"/>
            <a:fld id="{47F2C683-75F7-4D51-BD15-D53C3C260127}" type="slidenum">
              <a:t>‹#›</a:t>
            </a:fld>
            <a:endParaRPr lang="en-US"/>
          </a:p>
        </p:txBody>
      </p:sp>
    </p:spTree>
    <p:extLst>
      <p:ext uri="{BB962C8B-B14F-4D97-AF65-F5344CB8AC3E}">
        <p14:creationId xmlns:p14="http://schemas.microsoft.com/office/powerpoint/2010/main" val="2885737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3A5C8-47A8-31D7-AC89-4792EC63D222}"/>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6AC181A4-AC1D-5A76-EF5A-EA508FE22285}"/>
              </a:ext>
            </a:extLst>
          </p:cNvPr>
          <p:cNvSpPr txBox="1">
            <a:spLocks noGrp="1"/>
          </p:cNvSpPr>
          <p:nvPr>
            <p:ph idx="1"/>
          </p:nvPr>
        </p:nvSpPr>
        <p:spPr>
          <a:xfrm>
            <a:off x="913796" y="1732449"/>
            <a:ext cx="5060499" cy="4058747"/>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95A01C-A434-5997-33FA-2B5B7C23E5B1}"/>
              </a:ext>
            </a:extLst>
          </p:cNvPr>
          <p:cNvSpPr txBox="1">
            <a:spLocks noGrp="1"/>
          </p:cNvSpPr>
          <p:nvPr>
            <p:ph idx="2"/>
          </p:nvPr>
        </p:nvSpPr>
        <p:spPr>
          <a:xfrm>
            <a:off x="6202896" y="1732449"/>
            <a:ext cx="5064660" cy="4058747"/>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0D9A034-A863-9A24-FE8E-D69BFE84CA82}"/>
              </a:ext>
            </a:extLst>
          </p:cNvPr>
          <p:cNvSpPr txBox="1">
            <a:spLocks noGrp="1"/>
          </p:cNvSpPr>
          <p:nvPr>
            <p:ph type="dt" sz="half" idx="7"/>
          </p:nvPr>
        </p:nvSpPr>
        <p:spPr/>
        <p:txBody>
          <a:bodyPr/>
          <a:lstStyle>
            <a:lvl1pPr>
              <a:defRPr/>
            </a:lvl1pPr>
          </a:lstStyle>
          <a:p>
            <a:pPr lvl="0"/>
            <a:fld id="{E0C4A2B8-F7D9-4C77-BA30-6A5656102579}" type="datetime1">
              <a:rPr lang="en-US"/>
              <a:pPr lvl="0"/>
              <a:t>5/1/2026</a:t>
            </a:fld>
            <a:endParaRPr lang="en-US"/>
          </a:p>
        </p:txBody>
      </p:sp>
      <p:sp>
        <p:nvSpPr>
          <p:cNvPr id="6" name="Footer Placeholder 5">
            <a:extLst>
              <a:ext uri="{FF2B5EF4-FFF2-40B4-BE49-F238E27FC236}">
                <a16:creationId xmlns:a16="http://schemas.microsoft.com/office/drawing/2014/main" id="{7770A352-C68C-69FB-299A-257FAFD9BF61}"/>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B59F540C-6046-851A-1C0D-A2F17EDBB4B6}"/>
              </a:ext>
            </a:extLst>
          </p:cNvPr>
          <p:cNvSpPr txBox="1">
            <a:spLocks noGrp="1"/>
          </p:cNvSpPr>
          <p:nvPr>
            <p:ph type="sldNum" sz="quarter" idx="8"/>
          </p:nvPr>
        </p:nvSpPr>
        <p:spPr/>
        <p:txBody>
          <a:bodyPr/>
          <a:lstStyle>
            <a:lvl1pPr>
              <a:defRPr/>
            </a:lvl1pPr>
          </a:lstStyle>
          <a:p>
            <a:pPr lvl="0"/>
            <a:fld id="{2902E2EF-E371-41A4-B7CB-7CA1E3EA36C8}" type="slidenum">
              <a:t>‹#›</a:t>
            </a:fld>
            <a:endParaRPr lang="en-US"/>
          </a:p>
        </p:txBody>
      </p:sp>
    </p:spTree>
    <p:extLst>
      <p:ext uri="{BB962C8B-B14F-4D97-AF65-F5344CB8AC3E}">
        <p14:creationId xmlns:p14="http://schemas.microsoft.com/office/powerpoint/2010/main" val="2782305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 name="Picture 19" descr="Slate-V2-HD-compPhotoInset.png">
            <a:extLst>
              <a:ext uri="{FF2B5EF4-FFF2-40B4-BE49-F238E27FC236}">
                <a16:creationId xmlns:a16="http://schemas.microsoft.com/office/drawing/2014/main" id="{0A4C2E88-6EBF-A2F4-1DD4-AFF57141D2A6}"/>
              </a:ext>
            </a:extLst>
          </p:cNvPr>
          <p:cNvPicPr>
            <a:picLocks noChangeAspect="1"/>
          </p:cNvPicPr>
          <p:nvPr/>
        </p:nvPicPr>
        <p:blipFill>
          <a:blip r:embed="rId2"/>
          <a:stretch>
            <a:fillRect/>
          </a:stretch>
        </p:blipFill>
        <p:spPr>
          <a:xfrm>
            <a:off x="913796" y="1734507"/>
            <a:ext cx="5089074" cy="4148769"/>
          </a:xfrm>
          <a:prstGeom prst="rect">
            <a:avLst/>
          </a:prstGeom>
          <a:noFill/>
          <a:ln cap="rnd">
            <a:noFill/>
          </a:ln>
        </p:spPr>
      </p:pic>
      <p:pic>
        <p:nvPicPr>
          <p:cNvPr id="3" name="Picture 20" descr="Slate-V2-HD-compPhotoInset.png">
            <a:extLst>
              <a:ext uri="{FF2B5EF4-FFF2-40B4-BE49-F238E27FC236}">
                <a16:creationId xmlns:a16="http://schemas.microsoft.com/office/drawing/2014/main" id="{8FD595CD-15EE-32A0-FE80-C9B15226D63A}"/>
              </a:ext>
            </a:extLst>
          </p:cNvPr>
          <p:cNvPicPr>
            <a:picLocks noChangeAspect="1"/>
          </p:cNvPicPr>
          <p:nvPr/>
        </p:nvPicPr>
        <p:blipFill>
          <a:blip r:embed="rId2"/>
          <a:stretch>
            <a:fillRect/>
          </a:stretch>
        </p:blipFill>
        <p:spPr>
          <a:xfrm>
            <a:off x="6178481" y="1734507"/>
            <a:ext cx="5089074" cy="4148769"/>
          </a:xfrm>
          <a:prstGeom prst="rect">
            <a:avLst/>
          </a:prstGeom>
          <a:noFill/>
          <a:ln cap="rnd">
            <a:noFill/>
          </a:ln>
        </p:spPr>
      </p:pic>
      <p:sp>
        <p:nvSpPr>
          <p:cNvPr id="4" name="Title 1">
            <a:extLst>
              <a:ext uri="{FF2B5EF4-FFF2-40B4-BE49-F238E27FC236}">
                <a16:creationId xmlns:a16="http://schemas.microsoft.com/office/drawing/2014/main" id="{E076ABB2-A901-E85E-9486-E28D03D9A3E4}"/>
              </a:ext>
            </a:extLst>
          </p:cNvPr>
          <p:cNvSpPr txBox="1">
            <a:spLocks noGrp="1"/>
          </p:cNvSpPr>
          <p:nvPr>
            <p:ph type="title"/>
          </p:nvPr>
        </p:nvSpPr>
        <p:spPr/>
        <p:txBody>
          <a:bodyPr/>
          <a:lstStyle>
            <a:lvl1pPr>
              <a:defRPr/>
            </a:lvl1pPr>
          </a:lstStyle>
          <a:p>
            <a:pPr lvl="0"/>
            <a:r>
              <a:rPr lang="en-US"/>
              <a:t>Click to edit Master title style</a:t>
            </a:r>
          </a:p>
        </p:txBody>
      </p:sp>
      <p:sp>
        <p:nvSpPr>
          <p:cNvPr id="5" name="Text Placeholder 2">
            <a:extLst>
              <a:ext uri="{FF2B5EF4-FFF2-40B4-BE49-F238E27FC236}">
                <a16:creationId xmlns:a16="http://schemas.microsoft.com/office/drawing/2014/main" id="{4BC24C91-FEB6-27B2-07E3-CF5218DD3171}"/>
              </a:ext>
            </a:extLst>
          </p:cNvPr>
          <p:cNvSpPr txBox="1">
            <a:spLocks noGrp="1"/>
          </p:cNvSpPr>
          <p:nvPr>
            <p:ph type="body" idx="1"/>
          </p:nvPr>
        </p:nvSpPr>
        <p:spPr>
          <a:xfrm>
            <a:off x="1005867" y="1835255"/>
            <a:ext cx="4876339" cy="544881"/>
          </a:xfrm>
        </p:spPr>
        <p:txBody>
          <a:bodyPr anchor="b" anchorCtr="1">
            <a:noAutofit/>
          </a:bodyPr>
          <a:lstStyle>
            <a:lvl1pPr marL="0" indent="0" algn="ctr">
              <a:spcBef>
                <a:spcPts val="600"/>
              </a:spcBef>
              <a:buNone/>
              <a:defRPr sz="2400"/>
            </a:lvl1pPr>
          </a:lstStyle>
          <a:p>
            <a:pPr lvl="0"/>
            <a:r>
              <a:rPr lang="en-US"/>
              <a:t>Click to edit Master text styles</a:t>
            </a:r>
          </a:p>
        </p:txBody>
      </p:sp>
      <p:sp>
        <p:nvSpPr>
          <p:cNvPr id="6" name="Content Placeholder 3">
            <a:extLst>
              <a:ext uri="{FF2B5EF4-FFF2-40B4-BE49-F238E27FC236}">
                <a16:creationId xmlns:a16="http://schemas.microsoft.com/office/drawing/2014/main" id="{9D068A14-5779-C227-4CB2-0DAF8A3E2F4B}"/>
              </a:ext>
            </a:extLst>
          </p:cNvPr>
          <p:cNvSpPr txBox="1">
            <a:spLocks noGrp="1"/>
          </p:cNvSpPr>
          <p:nvPr>
            <p:ph idx="2"/>
          </p:nvPr>
        </p:nvSpPr>
        <p:spPr>
          <a:xfrm>
            <a:off x="1005867" y="2380137"/>
            <a:ext cx="4876339" cy="3411059"/>
          </a:xfrm>
        </p:spPr>
        <p:txBody>
          <a:bodyPr/>
          <a:lstStyle>
            <a:lvl1pPr>
              <a:spcBef>
                <a:spcPts val="400"/>
              </a:spcBef>
              <a:defRPr sz="1800"/>
            </a:lvl1pPr>
            <a:lvl2pPr>
              <a:defRPr sz="1600"/>
            </a:lvl2pPr>
            <a:lvl3pPr>
              <a:spcBef>
                <a:spcPts val="300"/>
              </a:spcBef>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
            <a:extLst>
              <a:ext uri="{FF2B5EF4-FFF2-40B4-BE49-F238E27FC236}">
                <a16:creationId xmlns:a16="http://schemas.microsoft.com/office/drawing/2014/main" id="{3B7B7B0D-8BAD-AA2F-5111-B497CAF1864A}"/>
              </a:ext>
            </a:extLst>
          </p:cNvPr>
          <p:cNvSpPr txBox="1">
            <a:spLocks noGrp="1"/>
          </p:cNvSpPr>
          <p:nvPr>
            <p:ph type="body" idx="3"/>
          </p:nvPr>
        </p:nvSpPr>
        <p:spPr>
          <a:xfrm>
            <a:off x="6294967" y="1835255"/>
            <a:ext cx="4895331" cy="544881"/>
          </a:xfrm>
        </p:spPr>
        <p:txBody>
          <a:bodyPr anchor="b" anchorCtr="1">
            <a:noAutofit/>
          </a:bodyPr>
          <a:lstStyle>
            <a:lvl1pPr marL="0" indent="0" algn="ctr">
              <a:spcBef>
                <a:spcPts val="600"/>
              </a:spcBef>
              <a:buNone/>
              <a:defRPr sz="2400"/>
            </a:lvl1pPr>
          </a:lstStyle>
          <a:p>
            <a:pPr lvl="0"/>
            <a:r>
              <a:rPr lang="en-US"/>
              <a:t>Click to edit Master text styles</a:t>
            </a:r>
          </a:p>
        </p:txBody>
      </p:sp>
      <p:sp>
        <p:nvSpPr>
          <p:cNvPr id="8" name="Content Placeholder 5">
            <a:extLst>
              <a:ext uri="{FF2B5EF4-FFF2-40B4-BE49-F238E27FC236}">
                <a16:creationId xmlns:a16="http://schemas.microsoft.com/office/drawing/2014/main" id="{64E604CB-2DCA-70CC-9AA0-3D733BA09F6C}"/>
              </a:ext>
            </a:extLst>
          </p:cNvPr>
          <p:cNvSpPr txBox="1">
            <a:spLocks noGrp="1"/>
          </p:cNvSpPr>
          <p:nvPr>
            <p:ph idx="4"/>
          </p:nvPr>
        </p:nvSpPr>
        <p:spPr>
          <a:xfrm>
            <a:off x="6294967" y="2380137"/>
            <a:ext cx="4895331" cy="3411059"/>
          </a:xfrm>
        </p:spPr>
        <p:txBody>
          <a:bodyPr/>
          <a:lstStyle>
            <a:lvl1pPr>
              <a:spcBef>
                <a:spcPts val="400"/>
              </a:spcBef>
              <a:defRPr sz="1800"/>
            </a:lvl1pPr>
            <a:lvl2pPr>
              <a:defRPr sz="1600"/>
            </a:lvl2pPr>
            <a:lvl3pPr>
              <a:spcBef>
                <a:spcPts val="300"/>
              </a:spcBef>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6">
            <a:extLst>
              <a:ext uri="{FF2B5EF4-FFF2-40B4-BE49-F238E27FC236}">
                <a16:creationId xmlns:a16="http://schemas.microsoft.com/office/drawing/2014/main" id="{3B40103E-E26B-5B4E-95C5-2430CD30ED97}"/>
              </a:ext>
            </a:extLst>
          </p:cNvPr>
          <p:cNvSpPr txBox="1">
            <a:spLocks noGrp="1"/>
          </p:cNvSpPr>
          <p:nvPr>
            <p:ph type="dt" sz="half" idx="7"/>
          </p:nvPr>
        </p:nvSpPr>
        <p:spPr/>
        <p:txBody>
          <a:bodyPr/>
          <a:lstStyle>
            <a:lvl1pPr>
              <a:defRPr/>
            </a:lvl1pPr>
          </a:lstStyle>
          <a:p>
            <a:pPr lvl="0"/>
            <a:fld id="{BC4325C9-62BF-4B00-A791-99D3CB374912}" type="datetime1">
              <a:rPr lang="en-US"/>
              <a:pPr lvl="0"/>
              <a:t>5/1/2026</a:t>
            </a:fld>
            <a:endParaRPr lang="en-US"/>
          </a:p>
        </p:txBody>
      </p:sp>
      <p:sp>
        <p:nvSpPr>
          <p:cNvPr id="10" name="Footer Placeholder 7">
            <a:extLst>
              <a:ext uri="{FF2B5EF4-FFF2-40B4-BE49-F238E27FC236}">
                <a16:creationId xmlns:a16="http://schemas.microsoft.com/office/drawing/2014/main" id="{ABE97E0D-C923-4779-3172-1A3E603E1C74}"/>
              </a:ext>
            </a:extLst>
          </p:cNvPr>
          <p:cNvSpPr txBox="1">
            <a:spLocks noGrp="1"/>
          </p:cNvSpPr>
          <p:nvPr>
            <p:ph type="ftr" sz="quarter" idx="9"/>
          </p:nvPr>
        </p:nvSpPr>
        <p:spPr/>
        <p:txBody>
          <a:bodyPr/>
          <a:lstStyle>
            <a:lvl1pPr>
              <a:defRPr/>
            </a:lvl1pPr>
          </a:lstStyle>
          <a:p>
            <a:pPr lvl="0"/>
            <a:endParaRPr lang="en-US"/>
          </a:p>
        </p:txBody>
      </p:sp>
      <p:sp>
        <p:nvSpPr>
          <p:cNvPr id="11" name="Slide Number Placeholder 8">
            <a:extLst>
              <a:ext uri="{FF2B5EF4-FFF2-40B4-BE49-F238E27FC236}">
                <a16:creationId xmlns:a16="http://schemas.microsoft.com/office/drawing/2014/main" id="{740BAF6B-95A3-DA30-D54E-2F9D207A89A6}"/>
              </a:ext>
            </a:extLst>
          </p:cNvPr>
          <p:cNvSpPr txBox="1">
            <a:spLocks noGrp="1"/>
          </p:cNvSpPr>
          <p:nvPr>
            <p:ph type="sldNum" sz="quarter" idx="8"/>
          </p:nvPr>
        </p:nvSpPr>
        <p:spPr/>
        <p:txBody>
          <a:bodyPr/>
          <a:lstStyle>
            <a:lvl1pPr>
              <a:defRPr/>
            </a:lvl1pPr>
          </a:lstStyle>
          <a:p>
            <a:pPr lvl="0"/>
            <a:fld id="{20F9BF98-A38B-4DCD-8E8A-7B758B5DE3C6}" type="slidenum">
              <a:t>‹#›</a:t>
            </a:fld>
            <a:endParaRPr lang="en-US"/>
          </a:p>
        </p:txBody>
      </p:sp>
    </p:spTree>
    <p:extLst>
      <p:ext uri="{BB962C8B-B14F-4D97-AF65-F5344CB8AC3E}">
        <p14:creationId xmlns:p14="http://schemas.microsoft.com/office/powerpoint/2010/main" val="3100363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82875-57CE-E666-FD2B-875704465109}"/>
              </a:ext>
            </a:extLst>
          </p:cNvPr>
          <p:cNvSpPr txBox="1">
            <a:spLocks noGrp="1"/>
          </p:cNvSpPr>
          <p:nvPr>
            <p:ph type="title"/>
          </p:nvPr>
        </p:nvSpPr>
        <p:spPr/>
        <p:txBody>
          <a:bodyPr/>
          <a:lstStyle>
            <a:lvl1pPr>
              <a:defRPr/>
            </a:lvl1pPr>
          </a:lstStyle>
          <a:p>
            <a:pPr lvl="0"/>
            <a:r>
              <a:rPr lang="en-US"/>
              <a:t>Click to edit Master title style</a:t>
            </a:r>
          </a:p>
        </p:txBody>
      </p:sp>
      <p:sp>
        <p:nvSpPr>
          <p:cNvPr id="3" name="Date Placeholder 2">
            <a:extLst>
              <a:ext uri="{FF2B5EF4-FFF2-40B4-BE49-F238E27FC236}">
                <a16:creationId xmlns:a16="http://schemas.microsoft.com/office/drawing/2014/main" id="{404C5B7D-2F49-352F-70AE-745A309916E7}"/>
              </a:ext>
            </a:extLst>
          </p:cNvPr>
          <p:cNvSpPr txBox="1">
            <a:spLocks noGrp="1"/>
          </p:cNvSpPr>
          <p:nvPr>
            <p:ph type="dt" sz="half" idx="7"/>
          </p:nvPr>
        </p:nvSpPr>
        <p:spPr/>
        <p:txBody>
          <a:bodyPr/>
          <a:lstStyle>
            <a:lvl1pPr>
              <a:defRPr/>
            </a:lvl1pPr>
          </a:lstStyle>
          <a:p>
            <a:pPr lvl="0"/>
            <a:fld id="{FE697C1C-E56D-469E-A399-EA7360F38748}" type="datetime1">
              <a:rPr lang="en-US"/>
              <a:pPr lvl="0"/>
              <a:t>5/1/2026</a:t>
            </a:fld>
            <a:endParaRPr lang="en-US"/>
          </a:p>
        </p:txBody>
      </p:sp>
      <p:sp>
        <p:nvSpPr>
          <p:cNvPr id="4" name="Footer Placeholder 3">
            <a:extLst>
              <a:ext uri="{FF2B5EF4-FFF2-40B4-BE49-F238E27FC236}">
                <a16:creationId xmlns:a16="http://schemas.microsoft.com/office/drawing/2014/main" id="{E6278535-5CDF-ECDF-EFB7-E8E41AE04855}"/>
              </a:ext>
            </a:extLst>
          </p:cNvPr>
          <p:cNvSpPr txBox="1">
            <a:spLocks noGrp="1"/>
          </p:cNvSpPr>
          <p:nvPr>
            <p:ph type="ftr" sz="quarter" idx="9"/>
          </p:nvPr>
        </p:nvSpPr>
        <p:spPr/>
        <p:txBody>
          <a:bodyPr/>
          <a:lstStyle>
            <a:lvl1pPr>
              <a:defRPr/>
            </a:lvl1pPr>
          </a:lstStyle>
          <a:p>
            <a:pPr lvl="0"/>
            <a:endParaRPr lang="en-US"/>
          </a:p>
        </p:txBody>
      </p:sp>
      <p:sp>
        <p:nvSpPr>
          <p:cNvPr id="5" name="Slide Number Placeholder 4">
            <a:extLst>
              <a:ext uri="{FF2B5EF4-FFF2-40B4-BE49-F238E27FC236}">
                <a16:creationId xmlns:a16="http://schemas.microsoft.com/office/drawing/2014/main" id="{E9F1B865-628D-023B-0F9C-A60EFD305427}"/>
              </a:ext>
            </a:extLst>
          </p:cNvPr>
          <p:cNvSpPr txBox="1">
            <a:spLocks noGrp="1"/>
          </p:cNvSpPr>
          <p:nvPr>
            <p:ph type="sldNum" sz="quarter" idx="8"/>
          </p:nvPr>
        </p:nvSpPr>
        <p:spPr/>
        <p:txBody>
          <a:bodyPr/>
          <a:lstStyle>
            <a:lvl1pPr>
              <a:defRPr/>
            </a:lvl1pPr>
          </a:lstStyle>
          <a:p>
            <a:pPr lvl="0"/>
            <a:fld id="{771200CA-4441-4F6E-B0C6-DD9B150B3835}" type="slidenum">
              <a:t>‹#›</a:t>
            </a:fld>
            <a:endParaRPr lang="en-US"/>
          </a:p>
        </p:txBody>
      </p:sp>
    </p:spTree>
    <p:extLst>
      <p:ext uri="{BB962C8B-B14F-4D97-AF65-F5344CB8AC3E}">
        <p14:creationId xmlns:p14="http://schemas.microsoft.com/office/powerpoint/2010/main" val="4176263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A205E3-F955-808D-49F4-09D2C87D698D}"/>
              </a:ext>
            </a:extLst>
          </p:cNvPr>
          <p:cNvSpPr txBox="1">
            <a:spLocks noGrp="1"/>
          </p:cNvSpPr>
          <p:nvPr>
            <p:ph type="dt" sz="half" idx="7"/>
          </p:nvPr>
        </p:nvSpPr>
        <p:spPr/>
        <p:txBody>
          <a:bodyPr/>
          <a:lstStyle>
            <a:lvl1pPr>
              <a:defRPr/>
            </a:lvl1pPr>
          </a:lstStyle>
          <a:p>
            <a:pPr lvl="0"/>
            <a:fld id="{A561D707-5863-4061-BE30-6763ED31DCF4}" type="datetime1">
              <a:rPr lang="en-US"/>
              <a:pPr lvl="0"/>
              <a:t>5/1/2026</a:t>
            </a:fld>
            <a:endParaRPr lang="en-US"/>
          </a:p>
        </p:txBody>
      </p:sp>
      <p:sp>
        <p:nvSpPr>
          <p:cNvPr id="3" name="Footer Placeholder 2">
            <a:extLst>
              <a:ext uri="{FF2B5EF4-FFF2-40B4-BE49-F238E27FC236}">
                <a16:creationId xmlns:a16="http://schemas.microsoft.com/office/drawing/2014/main" id="{6289507F-1B2A-F268-7C56-FB761EA7FC6C}"/>
              </a:ext>
            </a:extLst>
          </p:cNvPr>
          <p:cNvSpPr txBox="1">
            <a:spLocks noGrp="1"/>
          </p:cNvSpPr>
          <p:nvPr>
            <p:ph type="ftr" sz="quarter" idx="9"/>
          </p:nvPr>
        </p:nvSpPr>
        <p:spPr/>
        <p:txBody>
          <a:bodyPr/>
          <a:lstStyle>
            <a:lvl1pPr>
              <a:defRPr/>
            </a:lvl1pPr>
          </a:lstStyle>
          <a:p>
            <a:pPr lvl="0"/>
            <a:endParaRPr lang="en-US"/>
          </a:p>
        </p:txBody>
      </p:sp>
      <p:sp>
        <p:nvSpPr>
          <p:cNvPr id="4" name="Slide Number Placeholder 3">
            <a:extLst>
              <a:ext uri="{FF2B5EF4-FFF2-40B4-BE49-F238E27FC236}">
                <a16:creationId xmlns:a16="http://schemas.microsoft.com/office/drawing/2014/main" id="{AB909903-61E1-E594-FC16-872ACE63612F}"/>
              </a:ext>
            </a:extLst>
          </p:cNvPr>
          <p:cNvSpPr txBox="1">
            <a:spLocks noGrp="1"/>
          </p:cNvSpPr>
          <p:nvPr>
            <p:ph type="sldNum" sz="quarter" idx="8"/>
          </p:nvPr>
        </p:nvSpPr>
        <p:spPr/>
        <p:txBody>
          <a:bodyPr/>
          <a:lstStyle>
            <a:lvl1pPr>
              <a:defRPr/>
            </a:lvl1pPr>
          </a:lstStyle>
          <a:p>
            <a:pPr lvl="0"/>
            <a:fld id="{123834A2-6E5E-43D4-AB8B-07034445A064}" type="slidenum">
              <a:t>‹#›</a:t>
            </a:fld>
            <a:endParaRPr lang="en-US"/>
          </a:p>
        </p:txBody>
      </p:sp>
    </p:spTree>
    <p:extLst>
      <p:ext uri="{BB962C8B-B14F-4D97-AF65-F5344CB8AC3E}">
        <p14:creationId xmlns:p14="http://schemas.microsoft.com/office/powerpoint/2010/main" val="301157813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213F1-0E57-1391-E521-E5B205E5DD2D}"/>
              </a:ext>
            </a:extLst>
          </p:cNvPr>
          <p:cNvSpPr txBox="1">
            <a:spLocks noGrp="1"/>
          </p:cNvSpPr>
          <p:nvPr>
            <p:ph type="title"/>
          </p:nvPr>
        </p:nvSpPr>
        <p:spPr>
          <a:xfrm>
            <a:off x="913796" y="609603"/>
            <a:ext cx="3706886" cy="1821914"/>
          </a:xfrm>
        </p:spPr>
        <p:txBody>
          <a:bodyPr anchor="b"/>
          <a:lstStyle>
            <a:lvl1pPr>
              <a:defRPr sz="2400"/>
            </a:lvl1pPr>
          </a:lstStyle>
          <a:p>
            <a:pPr lvl="0"/>
            <a:r>
              <a:rPr lang="en-US"/>
              <a:t>Click to edit Master title style</a:t>
            </a:r>
          </a:p>
        </p:txBody>
      </p:sp>
      <p:sp>
        <p:nvSpPr>
          <p:cNvPr id="3" name="Content Placeholder 2">
            <a:extLst>
              <a:ext uri="{FF2B5EF4-FFF2-40B4-BE49-F238E27FC236}">
                <a16:creationId xmlns:a16="http://schemas.microsoft.com/office/drawing/2014/main" id="{9E29F617-210A-C63C-D6D4-CFCC437866D7}"/>
              </a:ext>
            </a:extLst>
          </p:cNvPr>
          <p:cNvSpPr txBox="1">
            <a:spLocks noGrp="1"/>
          </p:cNvSpPr>
          <p:nvPr>
            <p:ph idx="1"/>
          </p:nvPr>
        </p:nvSpPr>
        <p:spPr>
          <a:xfrm>
            <a:off x="4855628" y="609603"/>
            <a:ext cx="6411928" cy="518160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AD60E86-55DC-0E49-464F-11D6323CA642}"/>
              </a:ext>
            </a:extLst>
          </p:cNvPr>
          <p:cNvSpPr txBox="1">
            <a:spLocks noGrp="1"/>
          </p:cNvSpPr>
          <p:nvPr>
            <p:ph type="body" idx="2"/>
          </p:nvPr>
        </p:nvSpPr>
        <p:spPr>
          <a:xfrm>
            <a:off x="913796" y="2431517"/>
            <a:ext cx="3706886" cy="3359679"/>
          </a:xfrm>
        </p:spPr>
        <p:txBody>
          <a:bodyPr anchorCtr="1"/>
          <a:lstStyle>
            <a:lvl1pPr marL="0" indent="0" algn="ctr">
              <a:spcBef>
                <a:spcPts val="400"/>
              </a:spcBef>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949C297F-F602-C041-33C6-014FC4F90578}"/>
              </a:ext>
            </a:extLst>
          </p:cNvPr>
          <p:cNvSpPr txBox="1">
            <a:spLocks noGrp="1"/>
          </p:cNvSpPr>
          <p:nvPr>
            <p:ph type="dt" sz="half" idx="7"/>
          </p:nvPr>
        </p:nvSpPr>
        <p:spPr/>
        <p:txBody>
          <a:bodyPr/>
          <a:lstStyle>
            <a:lvl1pPr>
              <a:defRPr/>
            </a:lvl1pPr>
          </a:lstStyle>
          <a:p>
            <a:pPr lvl="0"/>
            <a:fld id="{3BD44FEC-B0C7-46CC-BDDA-DF1FF268CC82}" type="datetime1">
              <a:rPr lang="en-US"/>
              <a:pPr lvl="0"/>
              <a:t>5/1/2026</a:t>
            </a:fld>
            <a:endParaRPr lang="en-US"/>
          </a:p>
        </p:txBody>
      </p:sp>
      <p:sp>
        <p:nvSpPr>
          <p:cNvPr id="6" name="Footer Placeholder 5">
            <a:extLst>
              <a:ext uri="{FF2B5EF4-FFF2-40B4-BE49-F238E27FC236}">
                <a16:creationId xmlns:a16="http://schemas.microsoft.com/office/drawing/2014/main" id="{5CA8E04B-0B0F-9BBA-DDB5-B8C9CB105C68}"/>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99E9F27D-69B0-3E06-9708-F607C1D71504}"/>
              </a:ext>
            </a:extLst>
          </p:cNvPr>
          <p:cNvSpPr txBox="1">
            <a:spLocks noGrp="1"/>
          </p:cNvSpPr>
          <p:nvPr>
            <p:ph type="sldNum" sz="quarter" idx="8"/>
          </p:nvPr>
        </p:nvSpPr>
        <p:spPr/>
        <p:txBody>
          <a:bodyPr/>
          <a:lstStyle>
            <a:lvl1pPr>
              <a:defRPr/>
            </a:lvl1pPr>
          </a:lstStyle>
          <a:p>
            <a:pPr lvl="0"/>
            <a:fld id="{255F3175-DD31-41EF-AEF8-6F9C63DDB0CD}" type="slidenum">
              <a:t>‹#›</a:t>
            </a:fld>
            <a:endParaRPr lang="en-US"/>
          </a:p>
        </p:txBody>
      </p:sp>
    </p:spTree>
    <p:extLst>
      <p:ext uri="{BB962C8B-B14F-4D97-AF65-F5344CB8AC3E}">
        <p14:creationId xmlns:p14="http://schemas.microsoft.com/office/powerpoint/2010/main" val="4263574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 name="Picture 21" descr="Slate-V2-HD-vertPhotoInset.png">
            <a:extLst>
              <a:ext uri="{FF2B5EF4-FFF2-40B4-BE49-F238E27FC236}">
                <a16:creationId xmlns:a16="http://schemas.microsoft.com/office/drawing/2014/main" id="{776E6CC3-A5EC-85F7-DF94-29E2C7BA3C1A}"/>
              </a:ext>
            </a:extLst>
          </p:cNvPr>
          <p:cNvPicPr>
            <a:picLocks noChangeAspect="1"/>
          </p:cNvPicPr>
          <p:nvPr/>
        </p:nvPicPr>
        <p:blipFill>
          <a:blip r:embed="rId2"/>
          <a:stretch>
            <a:fillRect/>
          </a:stretch>
        </p:blipFill>
        <p:spPr>
          <a:xfrm>
            <a:off x="7293665" y="609603"/>
            <a:ext cx="3584164" cy="5204828"/>
          </a:xfrm>
          <a:prstGeom prst="rect">
            <a:avLst/>
          </a:prstGeom>
          <a:noFill/>
          <a:ln cap="rnd">
            <a:noFill/>
          </a:ln>
        </p:spPr>
      </p:pic>
      <p:sp>
        <p:nvSpPr>
          <p:cNvPr id="3" name="Title 1">
            <a:extLst>
              <a:ext uri="{FF2B5EF4-FFF2-40B4-BE49-F238E27FC236}">
                <a16:creationId xmlns:a16="http://schemas.microsoft.com/office/drawing/2014/main" id="{88A52950-6116-CAE0-BD3F-C0904680DCA7}"/>
              </a:ext>
            </a:extLst>
          </p:cNvPr>
          <p:cNvSpPr txBox="1">
            <a:spLocks noGrp="1"/>
          </p:cNvSpPr>
          <p:nvPr>
            <p:ph type="title"/>
          </p:nvPr>
        </p:nvSpPr>
        <p:spPr>
          <a:xfrm>
            <a:off x="913796" y="609923"/>
            <a:ext cx="5934949" cy="1829339"/>
          </a:xfrm>
        </p:spPr>
        <p:txBody>
          <a:bodyPr anchor="b">
            <a:noAutofit/>
          </a:bodyPr>
          <a:lstStyle>
            <a:lvl1pPr>
              <a:defRPr sz="3200"/>
            </a:lvl1pPr>
          </a:lstStyle>
          <a:p>
            <a:pPr lvl="0"/>
            <a:r>
              <a:rPr lang="en-US"/>
              <a:t>Click to edit Master title style</a:t>
            </a:r>
          </a:p>
        </p:txBody>
      </p:sp>
      <p:sp>
        <p:nvSpPr>
          <p:cNvPr id="4" name="Picture Placeholder 2">
            <a:extLst>
              <a:ext uri="{FF2B5EF4-FFF2-40B4-BE49-F238E27FC236}">
                <a16:creationId xmlns:a16="http://schemas.microsoft.com/office/drawing/2014/main" id="{15B73BB0-FFC3-57F3-366E-A63D4A17AC23}"/>
              </a:ext>
            </a:extLst>
          </p:cNvPr>
          <p:cNvSpPr txBox="1">
            <a:spLocks noGrp="1"/>
          </p:cNvSpPr>
          <p:nvPr>
            <p:ph type="pic" idx="1"/>
          </p:nvPr>
        </p:nvSpPr>
        <p:spPr>
          <a:xfrm>
            <a:off x="7442548" y="763697"/>
            <a:ext cx="3275746" cy="4912824"/>
          </a:xfrm>
          <a:effectLst>
            <a:outerShdw dist="25399" dir="4439558" algn="tl">
              <a:srgbClr val="000000">
                <a:alpha val="36000"/>
              </a:srgbClr>
            </a:outerShdw>
          </a:effectLst>
        </p:spPr>
        <p:txBody>
          <a:bodyPr anchorCtr="1"/>
          <a:lstStyle>
            <a:lvl1pPr marL="0" indent="0" algn="ctr">
              <a:spcBef>
                <a:spcPts val="400"/>
              </a:spcBef>
              <a:buNone/>
              <a:defRPr sz="1600"/>
            </a:lvl1pPr>
          </a:lstStyle>
          <a:p>
            <a:pPr lvl="0"/>
            <a:r>
              <a:rPr lang="en-US"/>
              <a:t>Click icon to add picture</a:t>
            </a:r>
          </a:p>
        </p:txBody>
      </p:sp>
      <p:sp>
        <p:nvSpPr>
          <p:cNvPr id="5" name="Text Placeholder 3">
            <a:extLst>
              <a:ext uri="{FF2B5EF4-FFF2-40B4-BE49-F238E27FC236}">
                <a16:creationId xmlns:a16="http://schemas.microsoft.com/office/drawing/2014/main" id="{33473975-3120-88B2-DCB4-4F8F35BAD51D}"/>
              </a:ext>
            </a:extLst>
          </p:cNvPr>
          <p:cNvSpPr txBox="1">
            <a:spLocks noGrp="1"/>
          </p:cNvSpPr>
          <p:nvPr>
            <p:ph type="body" idx="2"/>
          </p:nvPr>
        </p:nvSpPr>
        <p:spPr>
          <a:xfrm>
            <a:off x="913796" y="2439262"/>
            <a:ext cx="5934949" cy="3376138"/>
          </a:xfrm>
        </p:spPr>
        <p:txBody>
          <a:bodyPr anchorCtr="1"/>
          <a:lstStyle>
            <a:lvl1pPr marL="0" indent="0" algn="ctr">
              <a:spcBef>
                <a:spcPts val="400"/>
              </a:spcBef>
              <a:buNone/>
              <a:defRPr sz="1600"/>
            </a:lvl1pPr>
          </a:lstStyle>
          <a:p>
            <a:pPr lvl="0"/>
            <a:r>
              <a:rPr lang="en-US"/>
              <a:t>Click to edit Master text styles</a:t>
            </a:r>
          </a:p>
        </p:txBody>
      </p:sp>
      <p:sp>
        <p:nvSpPr>
          <p:cNvPr id="6" name="Date Placeholder 4">
            <a:extLst>
              <a:ext uri="{FF2B5EF4-FFF2-40B4-BE49-F238E27FC236}">
                <a16:creationId xmlns:a16="http://schemas.microsoft.com/office/drawing/2014/main" id="{97593601-0369-B1B9-7A09-036B2C84CEE7}"/>
              </a:ext>
            </a:extLst>
          </p:cNvPr>
          <p:cNvSpPr txBox="1">
            <a:spLocks noGrp="1"/>
          </p:cNvSpPr>
          <p:nvPr>
            <p:ph type="dt" sz="half" idx="7"/>
          </p:nvPr>
        </p:nvSpPr>
        <p:spPr/>
        <p:txBody>
          <a:bodyPr/>
          <a:lstStyle>
            <a:lvl1pPr>
              <a:defRPr/>
            </a:lvl1pPr>
          </a:lstStyle>
          <a:p>
            <a:pPr lvl="0"/>
            <a:fld id="{82C6B908-C96A-4FB7-97C0-8C867C93A3B6}" type="datetime1">
              <a:rPr lang="en-US"/>
              <a:pPr lvl="0"/>
              <a:t>5/1/2026</a:t>
            </a:fld>
            <a:endParaRPr lang="en-US"/>
          </a:p>
        </p:txBody>
      </p:sp>
      <p:sp>
        <p:nvSpPr>
          <p:cNvPr id="7" name="Footer Placeholder 5">
            <a:extLst>
              <a:ext uri="{FF2B5EF4-FFF2-40B4-BE49-F238E27FC236}">
                <a16:creationId xmlns:a16="http://schemas.microsoft.com/office/drawing/2014/main" id="{5B00E733-D322-7379-16B4-CEFED8B406FB}"/>
              </a:ext>
            </a:extLst>
          </p:cNvPr>
          <p:cNvSpPr txBox="1">
            <a:spLocks noGrp="1"/>
          </p:cNvSpPr>
          <p:nvPr>
            <p:ph type="ftr" sz="quarter" idx="9"/>
          </p:nvPr>
        </p:nvSpPr>
        <p:spPr/>
        <p:txBody>
          <a:bodyPr/>
          <a:lstStyle>
            <a:lvl1pPr>
              <a:defRPr/>
            </a:lvl1pPr>
          </a:lstStyle>
          <a:p>
            <a:pPr lvl="0"/>
            <a:endParaRPr lang="en-US"/>
          </a:p>
        </p:txBody>
      </p:sp>
      <p:sp>
        <p:nvSpPr>
          <p:cNvPr id="8" name="Slide Number Placeholder 6">
            <a:extLst>
              <a:ext uri="{FF2B5EF4-FFF2-40B4-BE49-F238E27FC236}">
                <a16:creationId xmlns:a16="http://schemas.microsoft.com/office/drawing/2014/main" id="{943E39F6-6A43-410A-0288-6653FAD61B3F}"/>
              </a:ext>
            </a:extLst>
          </p:cNvPr>
          <p:cNvSpPr txBox="1">
            <a:spLocks noGrp="1"/>
          </p:cNvSpPr>
          <p:nvPr>
            <p:ph type="sldNum" sz="quarter" idx="8"/>
          </p:nvPr>
        </p:nvSpPr>
        <p:spPr/>
        <p:txBody>
          <a:bodyPr/>
          <a:lstStyle>
            <a:lvl1pPr>
              <a:defRPr/>
            </a:lvl1pPr>
          </a:lstStyle>
          <a:p>
            <a:pPr lvl="0"/>
            <a:fld id="{58699907-BFAB-470E-8B53-F81A17793821}" type="slidenum">
              <a:t>‹#›</a:t>
            </a:fld>
            <a:endParaRPr lang="en-US"/>
          </a:p>
        </p:txBody>
      </p:sp>
    </p:spTree>
    <p:extLst>
      <p:ext uri="{BB962C8B-B14F-4D97-AF65-F5344CB8AC3E}">
        <p14:creationId xmlns:p14="http://schemas.microsoft.com/office/powerpoint/2010/main" val="3037519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2" name="Picture 15" descr="Slate-V2-HD-panoPhotoInset.png">
            <a:extLst>
              <a:ext uri="{FF2B5EF4-FFF2-40B4-BE49-F238E27FC236}">
                <a16:creationId xmlns:a16="http://schemas.microsoft.com/office/drawing/2014/main" id="{F8507E60-B47F-AFA4-E05F-B803BC3EFE07}"/>
              </a:ext>
            </a:extLst>
          </p:cNvPr>
          <p:cNvPicPr>
            <a:picLocks noChangeAspect="1"/>
          </p:cNvPicPr>
          <p:nvPr/>
        </p:nvPicPr>
        <p:blipFill>
          <a:blip r:embed="rId2"/>
          <a:stretch>
            <a:fillRect/>
          </a:stretch>
        </p:blipFill>
        <p:spPr>
          <a:xfrm>
            <a:off x="1013886" y="547807"/>
            <a:ext cx="10141802" cy="3816806"/>
          </a:xfrm>
          <a:prstGeom prst="rect">
            <a:avLst/>
          </a:prstGeom>
          <a:noFill/>
          <a:ln cap="rnd">
            <a:noFill/>
          </a:ln>
        </p:spPr>
      </p:pic>
      <p:sp>
        <p:nvSpPr>
          <p:cNvPr id="3" name="Title 1">
            <a:extLst>
              <a:ext uri="{FF2B5EF4-FFF2-40B4-BE49-F238E27FC236}">
                <a16:creationId xmlns:a16="http://schemas.microsoft.com/office/drawing/2014/main" id="{3CECF6BD-6C20-FA3D-BE42-4676CED85AB2}"/>
              </a:ext>
            </a:extLst>
          </p:cNvPr>
          <p:cNvSpPr txBox="1">
            <a:spLocks noGrp="1"/>
          </p:cNvSpPr>
          <p:nvPr>
            <p:ph type="title"/>
          </p:nvPr>
        </p:nvSpPr>
        <p:spPr>
          <a:xfrm>
            <a:off x="913805" y="4565251"/>
            <a:ext cx="10355323" cy="543473"/>
          </a:xfrm>
        </p:spPr>
        <p:txBody>
          <a:bodyPr anchor="b"/>
          <a:lstStyle>
            <a:lvl1pPr>
              <a:defRPr sz="2800"/>
            </a:lvl1pPr>
          </a:lstStyle>
          <a:p>
            <a:pPr lvl="0"/>
            <a:r>
              <a:rPr lang="en-US"/>
              <a:t>Click to edit Master title style</a:t>
            </a:r>
          </a:p>
        </p:txBody>
      </p:sp>
      <p:sp>
        <p:nvSpPr>
          <p:cNvPr id="4" name="Picture Placeholder 2">
            <a:extLst>
              <a:ext uri="{FF2B5EF4-FFF2-40B4-BE49-F238E27FC236}">
                <a16:creationId xmlns:a16="http://schemas.microsoft.com/office/drawing/2014/main" id="{853C7B34-4595-18A8-1B82-E10CAC65E4F1}"/>
              </a:ext>
            </a:extLst>
          </p:cNvPr>
          <p:cNvSpPr txBox="1">
            <a:spLocks noGrp="1"/>
          </p:cNvSpPr>
          <p:nvPr>
            <p:ph type="pic" idx="4294967295"/>
          </p:nvPr>
        </p:nvSpPr>
        <p:spPr>
          <a:xfrm>
            <a:off x="1169353" y="695008"/>
            <a:ext cx="9845344" cy="3525670"/>
          </a:xfrm>
          <a:effectLst>
            <a:outerShdw dist="25399" dir="4439558" algn="tl">
              <a:srgbClr val="000000">
                <a:alpha val="36000"/>
              </a:srgbClr>
            </a:outerShdw>
          </a:effectLst>
        </p:spPr>
        <p:txBody>
          <a:bodyPr anchorCtr="1"/>
          <a:lstStyle>
            <a:lvl1pPr marL="0" indent="0" algn="ctr">
              <a:buNone/>
              <a:defRPr/>
            </a:lvl1pPr>
          </a:lstStyle>
          <a:p>
            <a:pPr lvl="0"/>
            <a:r>
              <a:rPr lang="en-US"/>
              <a:t>Click icon to add picture</a:t>
            </a:r>
          </a:p>
        </p:txBody>
      </p:sp>
      <p:sp>
        <p:nvSpPr>
          <p:cNvPr id="5" name="Text Placeholder 3">
            <a:extLst>
              <a:ext uri="{FF2B5EF4-FFF2-40B4-BE49-F238E27FC236}">
                <a16:creationId xmlns:a16="http://schemas.microsoft.com/office/drawing/2014/main" id="{EEA78A22-3A64-2149-6C82-80B15A7C02AC}"/>
              </a:ext>
            </a:extLst>
          </p:cNvPr>
          <p:cNvSpPr txBox="1">
            <a:spLocks noGrp="1"/>
          </p:cNvSpPr>
          <p:nvPr>
            <p:ph type="body" idx="4294967295"/>
          </p:nvPr>
        </p:nvSpPr>
        <p:spPr>
          <a:xfrm>
            <a:off x="913796" y="5108725"/>
            <a:ext cx="10353760" cy="682471"/>
          </a:xfrm>
        </p:spPr>
        <p:txBody>
          <a:bodyPr anchorCtr="1"/>
          <a:lstStyle>
            <a:lvl1pPr marL="0" indent="0" algn="ctr">
              <a:spcBef>
                <a:spcPts val="400"/>
              </a:spcBef>
              <a:buNone/>
              <a:defRPr sz="1600"/>
            </a:lvl1pPr>
          </a:lstStyle>
          <a:p>
            <a:pPr lvl="0"/>
            <a:r>
              <a:rPr lang="en-US"/>
              <a:t>Click to edit Master text styles</a:t>
            </a:r>
          </a:p>
        </p:txBody>
      </p:sp>
      <p:sp>
        <p:nvSpPr>
          <p:cNvPr id="6" name="Date Placeholder 4">
            <a:extLst>
              <a:ext uri="{FF2B5EF4-FFF2-40B4-BE49-F238E27FC236}">
                <a16:creationId xmlns:a16="http://schemas.microsoft.com/office/drawing/2014/main" id="{F338C653-95C5-3512-075B-30D68B5FCC7A}"/>
              </a:ext>
            </a:extLst>
          </p:cNvPr>
          <p:cNvSpPr txBox="1">
            <a:spLocks noGrp="1"/>
          </p:cNvSpPr>
          <p:nvPr>
            <p:ph type="dt" sz="half" idx="7"/>
          </p:nvPr>
        </p:nvSpPr>
        <p:spPr/>
        <p:txBody>
          <a:bodyPr/>
          <a:lstStyle>
            <a:lvl1pPr>
              <a:defRPr/>
            </a:lvl1pPr>
          </a:lstStyle>
          <a:p>
            <a:pPr lvl="0"/>
            <a:fld id="{CD418A7B-3027-4A34-B1A9-4498C695901C}" type="datetime1">
              <a:rPr lang="en-US"/>
              <a:pPr lvl="0"/>
              <a:t>5/1/2026</a:t>
            </a:fld>
            <a:endParaRPr lang="en-US"/>
          </a:p>
        </p:txBody>
      </p:sp>
      <p:sp>
        <p:nvSpPr>
          <p:cNvPr id="7" name="Footer Placeholder 5">
            <a:extLst>
              <a:ext uri="{FF2B5EF4-FFF2-40B4-BE49-F238E27FC236}">
                <a16:creationId xmlns:a16="http://schemas.microsoft.com/office/drawing/2014/main" id="{778EEDB9-B4BC-8FF3-0FCF-481E6E15266D}"/>
              </a:ext>
            </a:extLst>
          </p:cNvPr>
          <p:cNvSpPr txBox="1">
            <a:spLocks noGrp="1"/>
          </p:cNvSpPr>
          <p:nvPr>
            <p:ph type="ftr" sz="quarter" idx="9"/>
          </p:nvPr>
        </p:nvSpPr>
        <p:spPr/>
        <p:txBody>
          <a:bodyPr/>
          <a:lstStyle>
            <a:lvl1pPr>
              <a:defRPr/>
            </a:lvl1pPr>
          </a:lstStyle>
          <a:p>
            <a:pPr lvl="0"/>
            <a:endParaRPr lang="en-US"/>
          </a:p>
        </p:txBody>
      </p:sp>
      <p:sp>
        <p:nvSpPr>
          <p:cNvPr id="8" name="Slide Number Placeholder 6">
            <a:extLst>
              <a:ext uri="{FF2B5EF4-FFF2-40B4-BE49-F238E27FC236}">
                <a16:creationId xmlns:a16="http://schemas.microsoft.com/office/drawing/2014/main" id="{EA020973-BCC4-82E4-D5E3-0388830E4E8D}"/>
              </a:ext>
            </a:extLst>
          </p:cNvPr>
          <p:cNvSpPr txBox="1">
            <a:spLocks noGrp="1"/>
          </p:cNvSpPr>
          <p:nvPr>
            <p:ph type="sldNum" sz="quarter" idx="8"/>
          </p:nvPr>
        </p:nvSpPr>
        <p:spPr/>
        <p:txBody>
          <a:bodyPr/>
          <a:lstStyle>
            <a:lvl1pPr>
              <a:defRPr/>
            </a:lvl1pPr>
          </a:lstStyle>
          <a:p>
            <a:pPr lvl="0"/>
            <a:fld id="{1632E028-1C00-4FA3-A319-1C5C6F506E31}" type="slidenum">
              <a:t>‹#›</a:t>
            </a:fld>
            <a:endParaRPr lang="en-US"/>
          </a:p>
        </p:txBody>
      </p:sp>
    </p:spTree>
    <p:extLst>
      <p:ext uri="{BB962C8B-B14F-4D97-AF65-F5344CB8AC3E}">
        <p14:creationId xmlns:p14="http://schemas.microsoft.com/office/powerpoint/2010/main" val="1533300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C3D37-6088-3FCC-8ACF-A17854CE3CCC}"/>
              </a:ext>
            </a:extLst>
          </p:cNvPr>
          <p:cNvSpPr txBox="1">
            <a:spLocks noGrp="1"/>
          </p:cNvSpPr>
          <p:nvPr>
            <p:ph type="title"/>
          </p:nvPr>
        </p:nvSpPr>
        <p:spPr>
          <a:xfrm>
            <a:off x="913796" y="608432"/>
            <a:ext cx="10353760" cy="3534348"/>
          </a:xfrm>
        </p:spPr>
        <p:txBody>
          <a:bodyPr/>
          <a:lstStyle>
            <a:lvl1pPr>
              <a:defRPr sz="3200"/>
            </a:lvl1pPr>
          </a:lstStyle>
          <a:p>
            <a:pPr lvl="0"/>
            <a:r>
              <a:rPr lang="en-US"/>
              <a:t>Click to edit Master title style</a:t>
            </a:r>
          </a:p>
        </p:txBody>
      </p:sp>
      <p:sp>
        <p:nvSpPr>
          <p:cNvPr id="3" name="Text Placeholder 3">
            <a:extLst>
              <a:ext uri="{FF2B5EF4-FFF2-40B4-BE49-F238E27FC236}">
                <a16:creationId xmlns:a16="http://schemas.microsoft.com/office/drawing/2014/main" id="{ED680AFC-5EA4-874F-2CEA-178BE81145AB}"/>
              </a:ext>
            </a:extLst>
          </p:cNvPr>
          <p:cNvSpPr txBox="1">
            <a:spLocks noGrp="1"/>
          </p:cNvSpPr>
          <p:nvPr>
            <p:ph type="body" idx="4294967295"/>
          </p:nvPr>
        </p:nvSpPr>
        <p:spPr>
          <a:xfrm>
            <a:off x="913796" y="4295183"/>
            <a:ext cx="10353760" cy="1501828"/>
          </a:xfrm>
        </p:spPr>
        <p:txBody>
          <a:bodyPr anchor="ctr" anchorCtr="1"/>
          <a:lstStyle>
            <a:lvl1pPr marL="0" indent="0" algn="ctr">
              <a:spcBef>
                <a:spcPts val="400"/>
              </a:spcBef>
              <a:buNone/>
              <a:defRPr sz="1600"/>
            </a:lvl1pPr>
          </a:lstStyle>
          <a:p>
            <a:pPr lvl="0"/>
            <a:r>
              <a:rPr lang="en-US"/>
              <a:t>Click to edit Master text styles</a:t>
            </a:r>
          </a:p>
        </p:txBody>
      </p:sp>
      <p:sp>
        <p:nvSpPr>
          <p:cNvPr id="4" name="Date Placeholder 4">
            <a:extLst>
              <a:ext uri="{FF2B5EF4-FFF2-40B4-BE49-F238E27FC236}">
                <a16:creationId xmlns:a16="http://schemas.microsoft.com/office/drawing/2014/main" id="{ED8DFFD0-D736-E82B-E4E4-A700C4338DB1}"/>
              </a:ext>
            </a:extLst>
          </p:cNvPr>
          <p:cNvSpPr txBox="1">
            <a:spLocks noGrp="1"/>
          </p:cNvSpPr>
          <p:nvPr>
            <p:ph type="dt" sz="half" idx="7"/>
          </p:nvPr>
        </p:nvSpPr>
        <p:spPr/>
        <p:txBody>
          <a:bodyPr/>
          <a:lstStyle>
            <a:lvl1pPr>
              <a:defRPr/>
            </a:lvl1pPr>
          </a:lstStyle>
          <a:p>
            <a:pPr lvl="0"/>
            <a:fld id="{425E0E8C-319E-43C1-9A9C-51D174E05763}" type="datetime1">
              <a:rPr lang="en-US"/>
              <a:pPr lvl="0"/>
              <a:t>5/1/2026</a:t>
            </a:fld>
            <a:endParaRPr lang="en-US"/>
          </a:p>
        </p:txBody>
      </p:sp>
      <p:sp>
        <p:nvSpPr>
          <p:cNvPr id="5" name="Footer Placeholder 5">
            <a:extLst>
              <a:ext uri="{FF2B5EF4-FFF2-40B4-BE49-F238E27FC236}">
                <a16:creationId xmlns:a16="http://schemas.microsoft.com/office/drawing/2014/main" id="{8D1473CE-9055-5943-105D-438BD08AF0FB}"/>
              </a:ext>
            </a:extLst>
          </p:cNvPr>
          <p:cNvSpPr txBox="1">
            <a:spLocks noGrp="1"/>
          </p:cNvSpPr>
          <p:nvPr>
            <p:ph type="ftr" sz="quarter" idx="9"/>
          </p:nvPr>
        </p:nvSpPr>
        <p:spPr/>
        <p:txBody>
          <a:bodyPr/>
          <a:lstStyle>
            <a:lvl1pPr>
              <a:defRPr/>
            </a:lvl1pPr>
          </a:lstStyle>
          <a:p>
            <a:pPr lvl="0"/>
            <a:endParaRPr lang="en-US"/>
          </a:p>
        </p:txBody>
      </p:sp>
      <p:sp>
        <p:nvSpPr>
          <p:cNvPr id="6" name="Slide Number Placeholder 6">
            <a:extLst>
              <a:ext uri="{FF2B5EF4-FFF2-40B4-BE49-F238E27FC236}">
                <a16:creationId xmlns:a16="http://schemas.microsoft.com/office/drawing/2014/main" id="{01413C23-0901-0A1A-D278-98574C04A741}"/>
              </a:ext>
            </a:extLst>
          </p:cNvPr>
          <p:cNvSpPr txBox="1">
            <a:spLocks noGrp="1"/>
          </p:cNvSpPr>
          <p:nvPr>
            <p:ph type="sldNum" sz="quarter" idx="8"/>
          </p:nvPr>
        </p:nvSpPr>
        <p:spPr/>
        <p:txBody>
          <a:bodyPr/>
          <a:lstStyle>
            <a:lvl1pPr>
              <a:defRPr/>
            </a:lvl1pPr>
          </a:lstStyle>
          <a:p>
            <a:pPr lvl="0"/>
            <a:fld id="{05C753E0-45CD-4E3B-986C-C9B0FC5AC269}" type="slidenum">
              <a:t>‹#›</a:t>
            </a:fld>
            <a:endParaRPr lang="en-US"/>
          </a:p>
        </p:txBody>
      </p:sp>
    </p:spTree>
    <p:extLst>
      <p:ext uri="{BB962C8B-B14F-4D97-AF65-F5344CB8AC3E}">
        <p14:creationId xmlns:p14="http://schemas.microsoft.com/office/powerpoint/2010/main" val="679322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2E41D-7F77-4A05-F98C-53396FCF7798}"/>
              </a:ext>
            </a:extLst>
          </p:cNvPr>
          <p:cNvSpPr txBox="1">
            <a:spLocks noGrp="1"/>
          </p:cNvSpPr>
          <p:nvPr>
            <p:ph type="title"/>
          </p:nvPr>
        </p:nvSpPr>
        <p:spPr>
          <a:xfrm>
            <a:off x="1446215" y="609603"/>
            <a:ext cx="9302748" cy="2992904"/>
          </a:xfrm>
        </p:spPr>
        <p:txBody>
          <a:bodyPr/>
          <a:lstStyle>
            <a:lvl1pPr>
              <a:defRPr sz="3200"/>
            </a:lvl1pPr>
          </a:lstStyle>
          <a:p>
            <a:pPr lvl="0"/>
            <a:r>
              <a:rPr lang="en-US"/>
              <a:t>Click to edit Master title style</a:t>
            </a:r>
          </a:p>
        </p:txBody>
      </p:sp>
      <p:sp>
        <p:nvSpPr>
          <p:cNvPr id="3" name="Text Placeholder 3">
            <a:extLst>
              <a:ext uri="{FF2B5EF4-FFF2-40B4-BE49-F238E27FC236}">
                <a16:creationId xmlns:a16="http://schemas.microsoft.com/office/drawing/2014/main" id="{36C8089E-21A3-DEC7-2A6F-E6282BBA99A3}"/>
              </a:ext>
            </a:extLst>
          </p:cNvPr>
          <p:cNvSpPr txBox="1">
            <a:spLocks noGrp="1"/>
          </p:cNvSpPr>
          <p:nvPr>
            <p:ph type="body" idx="4294967295"/>
          </p:nvPr>
        </p:nvSpPr>
        <p:spPr>
          <a:xfrm>
            <a:off x="1720644" y="3610032"/>
            <a:ext cx="8752298" cy="532747"/>
          </a:xfrm>
        </p:spPr>
        <p:txBody>
          <a:bodyPr/>
          <a:lstStyle>
            <a:lvl1pPr marL="0" indent="0" algn="r">
              <a:spcBef>
                <a:spcPts val="300"/>
              </a:spcBef>
              <a:buNone/>
              <a:defRPr sz="1400"/>
            </a:lvl1pPr>
          </a:lstStyle>
          <a:p>
            <a:pPr lvl="0"/>
            <a:r>
              <a:rPr lang="en-US"/>
              <a:t>Click to edit Master text styles</a:t>
            </a:r>
          </a:p>
        </p:txBody>
      </p:sp>
      <p:sp>
        <p:nvSpPr>
          <p:cNvPr id="4" name="Text Placeholder 3">
            <a:extLst>
              <a:ext uri="{FF2B5EF4-FFF2-40B4-BE49-F238E27FC236}">
                <a16:creationId xmlns:a16="http://schemas.microsoft.com/office/drawing/2014/main" id="{F649F8B9-A8EC-932D-3141-6A475AF3F298}"/>
              </a:ext>
            </a:extLst>
          </p:cNvPr>
          <p:cNvSpPr txBox="1">
            <a:spLocks noGrp="1"/>
          </p:cNvSpPr>
          <p:nvPr>
            <p:ph type="body" idx="4294967295"/>
          </p:nvPr>
        </p:nvSpPr>
        <p:spPr>
          <a:xfrm>
            <a:off x="913796" y="4304355"/>
            <a:ext cx="10353760" cy="1489493"/>
          </a:xfrm>
        </p:spPr>
        <p:txBody>
          <a:bodyPr anchor="ctr" anchorCtr="1"/>
          <a:lstStyle>
            <a:lvl1pPr marL="0" indent="0" algn="ctr">
              <a:spcBef>
                <a:spcPts val="400"/>
              </a:spcBef>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D0687DE5-74CA-0111-85A5-ECDAF4162AE3}"/>
              </a:ext>
            </a:extLst>
          </p:cNvPr>
          <p:cNvSpPr txBox="1">
            <a:spLocks noGrp="1"/>
          </p:cNvSpPr>
          <p:nvPr>
            <p:ph type="dt" sz="half" idx="7"/>
          </p:nvPr>
        </p:nvSpPr>
        <p:spPr/>
        <p:txBody>
          <a:bodyPr/>
          <a:lstStyle>
            <a:lvl1pPr>
              <a:defRPr/>
            </a:lvl1pPr>
          </a:lstStyle>
          <a:p>
            <a:pPr lvl="0"/>
            <a:fld id="{FAFDCAF9-67F6-4599-9D87-9DDB66C4934D}" type="datetime1">
              <a:rPr lang="en-US"/>
              <a:pPr lvl="0"/>
              <a:t>5/1/2026</a:t>
            </a:fld>
            <a:endParaRPr lang="en-US"/>
          </a:p>
        </p:txBody>
      </p:sp>
      <p:sp>
        <p:nvSpPr>
          <p:cNvPr id="6" name="Footer Placeholder 5">
            <a:extLst>
              <a:ext uri="{FF2B5EF4-FFF2-40B4-BE49-F238E27FC236}">
                <a16:creationId xmlns:a16="http://schemas.microsoft.com/office/drawing/2014/main" id="{BDC11610-DA48-0A91-394C-D7B6C72C697A}"/>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3919F42F-C25D-3D89-98E0-F2B5A5FA9862}"/>
              </a:ext>
            </a:extLst>
          </p:cNvPr>
          <p:cNvSpPr txBox="1">
            <a:spLocks noGrp="1"/>
          </p:cNvSpPr>
          <p:nvPr>
            <p:ph type="sldNum" sz="quarter" idx="8"/>
          </p:nvPr>
        </p:nvSpPr>
        <p:spPr/>
        <p:txBody>
          <a:bodyPr/>
          <a:lstStyle>
            <a:lvl1pPr>
              <a:defRPr/>
            </a:lvl1pPr>
          </a:lstStyle>
          <a:p>
            <a:pPr lvl="0"/>
            <a:fld id="{585416FA-7771-4F13-B319-A831D3EBCB84}" type="slidenum">
              <a:t>‹#›</a:t>
            </a:fld>
            <a:endParaRPr lang="en-US"/>
          </a:p>
        </p:txBody>
      </p:sp>
      <p:sp>
        <p:nvSpPr>
          <p:cNvPr id="8" name="TextBox 10">
            <a:extLst>
              <a:ext uri="{FF2B5EF4-FFF2-40B4-BE49-F238E27FC236}">
                <a16:creationId xmlns:a16="http://schemas.microsoft.com/office/drawing/2014/main" id="{6797080C-762A-99A2-38FF-B6C30C5189FF}"/>
              </a:ext>
            </a:extLst>
          </p:cNvPr>
          <p:cNvSpPr txBox="1"/>
          <p:nvPr/>
        </p:nvSpPr>
        <p:spPr>
          <a:xfrm>
            <a:off x="990596" y="884791"/>
            <a:ext cx="609603" cy="584777"/>
          </a:xfrm>
          <a:prstGeom prst="rect">
            <a:avLst/>
          </a:prstGeom>
          <a:noFill/>
          <a:ln cap="rnd">
            <a:noFill/>
          </a:ln>
        </p:spPr>
        <p:txBody>
          <a:bodyPr vert="horz" wrap="square" lIns="91440" tIns="45720" rIns="91440" bIns="45720" anchor="ctr"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0" b="0" i="0" u="none" strike="noStrike" kern="1200" cap="all" spc="0" baseline="0">
                <a:solidFill>
                  <a:srgbClr val="FFFFFF"/>
                </a:solidFill>
                <a:uFillTx/>
                <a:latin typeface="Calisto MT"/>
              </a:rPr>
              <a:t>“</a:t>
            </a:r>
          </a:p>
        </p:txBody>
      </p:sp>
      <p:sp>
        <p:nvSpPr>
          <p:cNvPr id="9" name="TextBox 12">
            <a:extLst>
              <a:ext uri="{FF2B5EF4-FFF2-40B4-BE49-F238E27FC236}">
                <a16:creationId xmlns:a16="http://schemas.microsoft.com/office/drawing/2014/main" id="{EF152984-3FD2-6EAF-8F4A-6E16505A4B36}"/>
              </a:ext>
            </a:extLst>
          </p:cNvPr>
          <p:cNvSpPr txBox="1"/>
          <p:nvPr/>
        </p:nvSpPr>
        <p:spPr>
          <a:xfrm>
            <a:off x="10504718" y="2928256"/>
            <a:ext cx="609603" cy="584777"/>
          </a:xfrm>
          <a:prstGeom prst="rect">
            <a:avLst/>
          </a:prstGeom>
          <a:noFill/>
          <a:ln cap="rnd">
            <a:noFill/>
          </a:ln>
        </p:spPr>
        <p:txBody>
          <a:bodyPr vert="horz" wrap="square" lIns="91440" tIns="45720" rIns="91440" bIns="45720" anchor="ctr"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0" b="0" i="0" u="none" strike="noStrike" kern="1200" cap="all" spc="0" baseline="0">
                <a:solidFill>
                  <a:srgbClr val="FFFFFF"/>
                </a:solidFill>
                <a:uFillTx/>
                <a:latin typeface="Calisto MT"/>
              </a:rPr>
              <a:t>”</a:t>
            </a:r>
          </a:p>
        </p:txBody>
      </p:sp>
    </p:spTree>
    <p:extLst>
      <p:ext uri="{BB962C8B-B14F-4D97-AF65-F5344CB8AC3E}">
        <p14:creationId xmlns:p14="http://schemas.microsoft.com/office/powerpoint/2010/main" val="3448260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475CC-811A-4B6F-7AF7-282EA57D9FDE}"/>
              </a:ext>
            </a:extLst>
          </p:cNvPr>
          <p:cNvSpPr txBox="1">
            <a:spLocks noGrp="1"/>
          </p:cNvSpPr>
          <p:nvPr>
            <p:ph type="title"/>
          </p:nvPr>
        </p:nvSpPr>
        <p:spPr>
          <a:xfrm>
            <a:off x="913796" y="2126940"/>
            <a:ext cx="10353760" cy="2511838"/>
          </a:xfrm>
        </p:spPr>
        <p:txBody>
          <a:bodyPr anchor="b"/>
          <a:lstStyle>
            <a:lvl1pPr>
              <a:defRPr sz="3200"/>
            </a:lvl1pPr>
          </a:lstStyle>
          <a:p>
            <a:pPr lvl="0"/>
            <a:r>
              <a:rPr lang="en-US"/>
              <a:t>Click to edit Master title style</a:t>
            </a:r>
          </a:p>
        </p:txBody>
      </p:sp>
      <p:sp>
        <p:nvSpPr>
          <p:cNvPr id="3" name="Text Placeholder 3">
            <a:extLst>
              <a:ext uri="{FF2B5EF4-FFF2-40B4-BE49-F238E27FC236}">
                <a16:creationId xmlns:a16="http://schemas.microsoft.com/office/drawing/2014/main" id="{EC368445-799B-517F-1FCD-648821570566}"/>
              </a:ext>
            </a:extLst>
          </p:cNvPr>
          <p:cNvSpPr txBox="1">
            <a:spLocks noGrp="1"/>
          </p:cNvSpPr>
          <p:nvPr>
            <p:ph type="body" idx="4294967295"/>
          </p:nvPr>
        </p:nvSpPr>
        <p:spPr>
          <a:xfrm>
            <a:off x="913787" y="4650556"/>
            <a:ext cx="10352196" cy="1140640"/>
          </a:xfrm>
        </p:spPr>
        <p:txBody>
          <a:bodyPr anchorCtr="1"/>
          <a:lstStyle>
            <a:lvl1pPr marL="0" indent="0" algn="ctr">
              <a:spcBef>
                <a:spcPts val="400"/>
              </a:spcBef>
              <a:buNone/>
              <a:defRPr sz="1600"/>
            </a:lvl1pPr>
          </a:lstStyle>
          <a:p>
            <a:pPr lvl="0"/>
            <a:r>
              <a:rPr lang="en-US"/>
              <a:t>Click to edit Master text styles</a:t>
            </a:r>
          </a:p>
        </p:txBody>
      </p:sp>
      <p:sp>
        <p:nvSpPr>
          <p:cNvPr id="4" name="Date Placeholder 4">
            <a:extLst>
              <a:ext uri="{FF2B5EF4-FFF2-40B4-BE49-F238E27FC236}">
                <a16:creationId xmlns:a16="http://schemas.microsoft.com/office/drawing/2014/main" id="{A7B72CB3-0F3C-D4FB-8EB5-942EE21CF378}"/>
              </a:ext>
            </a:extLst>
          </p:cNvPr>
          <p:cNvSpPr txBox="1">
            <a:spLocks noGrp="1"/>
          </p:cNvSpPr>
          <p:nvPr>
            <p:ph type="dt" sz="half" idx="7"/>
          </p:nvPr>
        </p:nvSpPr>
        <p:spPr/>
        <p:txBody>
          <a:bodyPr/>
          <a:lstStyle>
            <a:lvl1pPr>
              <a:defRPr/>
            </a:lvl1pPr>
          </a:lstStyle>
          <a:p>
            <a:pPr lvl="0"/>
            <a:fld id="{5EE7BF75-6A38-4BA9-A894-27CA4942CFDA}" type="datetime1">
              <a:rPr lang="en-US"/>
              <a:pPr lvl="0"/>
              <a:t>5/1/2026</a:t>
            </a:fld>
            <a:endParaRPr lang="en-US"/>
          </a:p>
        </p:txBody>
      </p:sp>
      <p:sp>
        <p:nvSpPr>
          <p:cNvPr id="5" name="Footer Placeholder 5">
            <a:extLst>
              <a:ext uri="{FF2B5EF4-FFF2-40B4-BE49-F238E27FC236}">
                <a16:creationId xmlns:a16="http://schemas.microsoft.com/office/drawing/2014/main" id="{2C54661A-240C-983A-49ED-6CFE1E7D0BDF}"/>
              </a:ext>
            </a:extLst>
          </p:cNvPr>
          <p:cNvSpPr txBox="1">
            <a:spLocks noGrp="1"/>
          </p:cNvSpPr>
          <p:nvPr>
            <p:ph type="ftr" sz="quarter" idx="9"/>
          </p:nvPr>
        </p:nvSpPr>
        <p:spPr/>
        <p:txBody>
          <a:bodyPr/>
          <a:lstStyle>
            <a:lvl1pPr>
              <a:defRPr/>
            </a:lvl1pPr>
          </a:lstStyle>
          <a:p>
            <a:pPr lvl="0"/>
            <a:endParaRPr lang="en-US"/>
          </a:p>
        </p:txBody>
      </p:sp>
      <p:sp>
        <p:nvSpPr>
          <p:cNvPr id="6" name="Slide Number Placeholder 6">
            <a:extLst>
              <a:ext uri="{FF2B5EF4-FFF2-40B4-BE49-F238E27FC236}">
                <a16:creationId xmlns:a16="http://schemas.microsoft.com/office/drawing/2014/main" id="{7B54C54C-D6BC-5D54-0DE0-66D821AE4276}"/>
              </a:ext>
            </a:extLst>
          </p:cNvPr>
          <p:cNvSpPr txBox="1">
            <a:spLocks noGrp="1"/>
          </p:cNvSpPr>
          <p:nvPr>
            <p:ph type="sldNum" sz="quarter" idx="8"/>
          </p:nvPr>
        </p:nvSpPr>
        <p:spPr/>
        <p:txBody>
          <a:bodyPr/>
          <a:lstStyle>
            <a:lvl1pPr>
              <a:defRPr/>
            </a:lvl1pPr>
          </a:lstStyle>
          <a:p>
            <a:pPr lvl="0"/>
            <a:fld id="{DF30CCBF-11F1-4543-A7FC-CED9214AE91B}" type="slidenum">
              <a:t>‹#›</a:t>
            </a:fld>
            <a:endParaRPr lang="en-US"/>
          </a:p>
        </p:txBody>
      </p:sp>
    </p:spTree>
    <p:extLst>
      <p:ext uri="{BB962C8B-B14F-4D97-AF65-F5344CB8AC3E}">
        <p14:creationId xmlns:p14="http://schemas.microsoft.com/office/powerpoint/2010/main" val="14325017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C8DFF-379F-2686-4154-48587168D892}"/>
              </a:ext>
            </a:extLst>
          </p:cNvPr>
          <p:cNvSpPr txBox="1">
            <a:spLocks noGrp="1"/>
          </p:cNvSpPr>
          <p:nvPr>
            <p:ph type="title"/>
          </p:nvPr>
        </p:nvSpPr>
        <p:spPr/>
        <p:txBody>
          <a:bodyPr/>
          <a:lstStyle>
            <a:lvl1pPr>
              <a:defRPr/>
            </a:lvl1pPr>
          </a:lstStyle>
          <a:p>
            <a:pPr lvl="0"/>
            <a:r>
              <a:rPr lang="en-US"/>
              <a:t>Click to edit Master title style</a:t>
            </a:r>
          </a:p>
        </p:txBody>
      </p:sp>
      <p:sp>
        <p:nvSpPr>
          <p:cNvPr id="3" name="Text Placeholder 2">
            <a:extLst>
              <a:ext uri="{FF2B5EF4-FFF2-40B4-BE49-F238E27FC236}">
                <a16:creationId xmlns:a16="http://schemas.microsoft.com/office/drawing/2014/main" id="{92C5D7A3-0012-D863-16DA-221225DB1339}"/>
              </a:ext>
            </a:extLst>
          </p:cNvPr>
          <p:cNvSpPr txBox="1">
            <a:spLocks noGrp="1"/>
          </p:cNvSpPr>
          <p:nvPr>
            <p:ph type="body" idx="4294967295"/>
          </p:nvPr>
        </p:nvSpPr>
        <p:spPr>
          <a:xfrm>
            <a:off x="913796" y="1885950"/>
            <a:ext cx="3300984" cy="576264"/>
          </a:xfrm>
        </p:spPr>
        <p:txBody>
          <a:bodyPr anchor="b" anchorCtr="1">
            <a:noAutofit/>
          </a:bodyPr>
          <a:lstStyle>
            <a:lvl1pPr marL="0" indent="0" algn="ctr">
              <a:spcBef>
                <a:spcPts val="600"/>
              </a:spcBef>
              <a:buNone/>
              <a:defRPr sz="2400">
                <a:solidFill>
                  <a:srgbClr val="FFFFFF"/>
                </a:solidFill>
              </a:defRPr>
            </a:lvl1pPr>
          </a:lstStyle>
          <a:p>
            <a:pPr lvl="0"/>
            <a:r>
              <a:rPr lang="en-US"/>
              <a:t>Click to edit Master text styles</a:t>
            </a:r>
          </a:p>
        </p:txBody>
      </p:sp>
      <p:sp>
        <p:nvSpPr>
          <p:cNvPr id="4" name="Text Placeholder 3">
            <a:extLst>
              <a:ext uri="{FF2B5EF4-FFF2-40B4-BE49-F238E27FC236}">
                <a16:creationId xmlns:a16="http://schemas.microsoft.com/office/drawing/2014/main" id="{889F6451-340A-1C99-E474-37B5F659D9EF}"/>
              </a:ext>
            </a:extLst>
          </p:cNvPr>
          <p:cNvSpPr txBox="1">
            <a:spLocks noGrp="1"/>
          </p:cNvSpPr>
          <p:nvPr>
            <p:ph type="body" idx="4294967295"/>
          </p:nvPr>
        </p:nvSpPr>
        <p:spPr>
          <a:xfrm>
            <a:off x="913796" y="2571749"/>
            <a:ext cx="3300984" cy="3219446"/>
          </a:xfrm>
        </p:spPr>
        <p:txBody>
          <a:bodyPr anchorCtr="1"/>
          <a:lstStyle>
            <a:lvl1pPr marL="0" indent="0" algn="ctr">
              <a:spcBef>
                <a:spcPts val="300"/>
              </a:spcBef>
              <a:buNone/>
              <a:defRPr sz="1400"/>
            </a:lvl1pPr>
          </a:lstStyle>
          <a:p>
            <a:pPr lvl="0"/>
            <a:r>
              <a:rPr lang="en-US"/>
              <a:t>Click to edit Master text styles</a:t>
            </a:r>
          </a:p>
        </p:txBody>
      </p:sp>
      <p:sp>
        <p:nvSpPr>
          <p:cNvPr id="5" name="Text Placeholder 4">
            <a:extLst>
              <a:ext uri="{FF2B5EF4-FFF2-40B4-BE49-F238E27FC236}">
                <a16:creationId xmlns:a16="http://schemas.microsoft.com/office/drawing/2014/main" id="{0F6D05AE-D7D5-5B53-897A-4063DD06F887}"/>
              </a:ext>
            </a:extLst>
          </p:cNvPr>
          <p:cNvSpPr txBox="1">
            <a:spLocks noGrp="1"/>
          </p:cNvSpPr>
          <p:nvPr>
            <p:ph type="body" idx="4294967295"/>
          </p:nvPr>
        </p:nvSpPr>
        <p:spPr>
          <a:xfrm>
            <a:off x="4446708" y="1885950"/>
            <a:ext cx="3300984" cy="576264"/>
          </a:xfrm>
        </p:spPr>
        <p:txBody>
          <a:bodyPr anchor="b" anchorCtr="1">
            <a:noAutofit/>
          </a:bodyPr>
          <a:lstStyle>
            <a:lvl1pPr marL="0" indent="0" algn="ctr">
              <a:spcBef>
                <a:spcPts val="600"/>
              </a:spcBef>
              <a:buNone/>
              <a:defRPr sz="2400">
                <a:solidFill>
                  <a:srgbClr val="FFFFFF"/>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4F9BAEFB-08DE-051B-CE14-5943BE5779CE}"/>
              </a:ext>
            </a:extLst>
          </p:cNvPr>
          <p:cNvSpPr txBox="1">
            <a:spLocks noGrp="1"/>
          </p:cNvSpPr>
          <p:nvPr>
            <p:ph type="body" idx="4294967295"/>
          </p:nvPr>
        </p:nvSpPr>
        <p:spPr>
          <a:xfrm>
            <a:off x="4441432" y="2571749"/>
            <a:ext cx="3300984" cy="3219446"/>
          </a:xfrm>
        </p:spPr>
        <p:txBody>
          <a:bodyPr anchorCtr="1"/>
          <a:lstStyle>
            <a:lvl1pPr marL="0" indent="0" algn="ctr">
              <a:spcBef>
                <a:spcPts val="300"/>
              </a:spcBef>
              <a:buNone/>
              <a:defRPr sz="1400"/>
            </a:lvl1pPr>
          </a:lstStyle>
          <a:p>
            <a:pPr lvl="0"/>
            <a:r>
              <a:rPr lang="en-US"/>
              <a:t>Click to edit Master text styles</a:t>
            </a:r>
          </a:p>
        </p:txBody>
      </p:sp>
      <p:sp>
        <p:nvSpPr>
          <p:cNvPr id="7" name="Text Placeholder 4">
            <a:extLst>
              <a:ext uri="{FF2B5EF4-FFF2-40B4-BE49-F238E27FC236}">
                <a16:creationId xmlns:a16="http://schemas.microsoft.com/office/drawing/2014/main" id="{BFE4D891-4D51-1BEA-8D4C-7BC6D319D3EF}"/>
              </a:ext>
            </a:extLst>
          </p:cNvPr>
          <p:cNvSpPr txBox="1">
            <a:spLocks noGrp="1"/>
          </p:cNvSpPr>
          <p:nvPr>
            <p:ph type="body" idx="4294967295"/>
          </p:nvPr>
        </p:nvSpPr>
        <p:spPr>
          <a:xfrm>
            <a:off x="7966572" y="1885950"/>
            <a:ext cx="3300984" cy="576264"/>
          </a:xfrm>
        </p:spPr>
        <p:txBody>
          <a:bodyPr anchor="b" anchorCtr="1">
            <a:noAutofit/>
          </a:bodyPr>
          <a:lstStyle>
            <a:lvl1pPr marL="0" indent="0" algn="ctr">
              <a:spcBef>
                <a:spcPts val="600"/>
              </a:spcBef>
              <a:buNone/>
              <a:defRPr sz="2400">
                <a:solidFill>
                  <a:srgbClr val="FFFFFF"/>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7465715E-F9FC-BFE9-3751-942CECA5E7B8}"/>
              </a:ext>
            </a:extLst>
          </p:cNvPr>
          <p:cNvSpPr txBox="1">
            <a:spLocks noGrp="1"/>
          </p:cNvSpPr>
          <p:nvPr>
            <p:ph type="body" idx="4294967295"/>
          </p:nvPr>
        </p:nvSpPr>
        <p:spPr>
          <a:xfrm>
            <a:off x="7966572" y="2571749"/>
            <a:ext cx="3300984" cy="3219446"/>
          </a:xfrm>
        </p:spPr>
        <p:txBody>
          <a:bodyPr anchorCtr="1"/>
          <a:lstStyle>
            <a:lvl1pPr marL="0" indent="0" algn="ctr">
              <a:spcBef>
                <a:spcPts val="300"/>
              </a:spcBef>
              <a:buNone/>
              <a:defRPr sz="1400"/>
            </a:lvl1pPr>
          </a:lstStyle>
          <a:p>
            <a:pPr lvl="0"/>
            <a:r>
              <a:rPr lang="en-US"/>
              <a:t>Click to edit Master text styles</a:t>
            </a:r>
          </a:p>
        </p:txBody>
      </p:sp>
      <p:sp>
        <p:nvSpPr>
          <p:cNvPr id="9" name="Date Placeholder 2">
            <a:extLst>
              <a:ext uri="{FF2B5EF4-FFF2-40B4-BE49-F238E27FC236}">
                <a16:creationId xmlns:a16="http://schemas.microsoft.com/office/drawing/2014/main" id="{A0F6346E-EC1B-687F-DBE6-9CBAB5AFFC2E}"/>
              </a:ext>
            </a:extLst>
          </p:cNvPr>
          <p:cNvSpPr txBox="1">
            <a:spLocks noGrp="1"/>
          </p:cNvSpPr>
          <p:nvPr>
            <p:ph type="dt" sz="half" idx="7"/>
          </p:nvPr>
        </p:nvSpPr>
        <p:spPr/>
        <p:txBody>
          <a:bodyPr/>
          <a:lstStyle>
            <a:lvl1pPr>
              <a:defRPr/>
            </a:lvl1pPr>
          </a:lstStyle>
          <a:p>
            <a:pPr lvl="0"/>
            <a:fld id="{52DB8A1A-EC19-45C1-9791-A3073E072F4A}" type="datetime1">
              <a:rPr lang="en-US"/>
              <a:pPr lvl="0"/>
              <a:t>5/1/2026</a:t>
            </a:fld>
            <a:endParaRPr lang="en-US"/>
          </a:p>
        </p:txBody>
      </p:sp>
      <p:sp>
        <p:nvSpPr>
          <p:cNvPr id="10" name="Footer Placeholder 3">
            <a:extLst>
              <a:ext uri="{FF2B5EF4-FFF2-40B4-BE49-F238E27FC236}">
                <a16:creationId xmlns:a16="http://schemas.microsoft.com/office/drawing/2014/main" id="{E819EBB5-1CA1-5010-9D23-B82C5416A81F}"/>
              </a:ext>
            </a:extLst>
          </p:cNvPr>
          <p:cNvSpPr txBox="1">
            <a:spLocks noGrp="1"/>
          </p:cNvSpPr>
          <p:nvPr>
            <p:ph type="ftr" sz="quarter" idx="9"/>
          </p:nvPr>
        </p:nvSpPr>
        <p:spPr/>
        <p:txBody>
          <a:bodyPr/>
          <a:lstStyle>
            <a:lvl1pPr>
              <a:defRPr/>
            </a:lvl1pPr>
          </a:lstStyle>
          <a:p>
            <a:pPr lvl="0"/>
            <a:endParaRPr lang="en-US"/>
          </a:p>
        </p:txBody>
      </p:sp>
      <p:sp>
        <p:nvSpPr>
          <p:cNvPr id="11" name="Slide Number Placeholder 4">
            <a:extLst>
              <a:ext uri="{FF2B5EF4-FFF2-40B4-BE49-F238E27FC236}">
                <a16:creationId xmlns:a16="http://schemas.microsoft.com/office/drawing/2014/main" id="{7B2D7DD0-5FD8-6E3A-35A5-56E3B6A1F53C}"/>
              </a:ext>
            </a:extLst>
          </p:cNvPr>
          <p:cNvSpPr txBox="1">
            <a:spLocks noGrp="1"/>
          </p:cNvSpPr>
          <p:nvPr>
            <p:ph type="sldNum" sz="quarter" idx="8"/>
          </p:nvPr>
        </p:nvSpPr>
        <p:spPr/>
        <p:txBody>
          <a:bodyPr/>
          <a:lstStyle>
            <a:lvl1pPr>
              <a:defRPr/>
            </a:lvl1pPr>
          </a:lstStyle>
          <a:p>
            <a:pPr lvl="0"/>
            <a:fld id="{823BFDD4-9F01-4F9C-A49E-9C7389CFB5E9}" type="slidenum">
              <a:t>‹#›</a:t>
            </a:fld>
            <a:endParaRPr lang="en-US"/>
          </a:p>
        </p:txBody>
      </p:sp>
    </p:spTree>
    <p:extLst>
      <p:ext uri="{BB962C8B-B14F-4D97-AF65-F5344CB8AC3E}">
        <p14:creationId xmlns:p14="http://schemas.microsoft.com/office/powerpoint/2010/main" val="17672321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B6DF834D-C96E-DEAF-5F33-30248E1C6706}"/>
              </a:ext>
            </a:extLst>
          </p:cNvPr>
          <p:cNvPicPr>
            <a:picLocks noChangeAspect="1"/>
          </p:cNvPicPr>
          <p:nvPr/>
        </p:nvPicPr>
        <p:blipFill>
          <a:blip r:embed="rId2"/>
          <a:stretch>
            <a:fillRect/>
          </a:stretch>
        </p:blipFill>
        <p:spPr>
          <a:xfrm>
            <a:off x="897959" y="1818211"/>
            <a:ext cx="3339974" cy="1847846"/>
          </a:xfrm>
          <a:prstGeom prst="rect">
            <a:avLst/>
          </a:prstGeom>
          <a:noFill/>
          <a:ln cap="rnd">
            <a:noFill/>
          </a:ln>
        </p:spPr>
      </p:pic>
      <p:pic>
        <p:nvPicPr>
          <p:cNvPr id="3" name="Picture 35" descr="Slate-V2-HD-3colPhotoInset.png">
            <a:extLst>
              <a:ext uri="{FF2B5EF4-FFF2-40B4-BE49-F238E27FC236}">
                <a16:creationId xmlns:a16="http://schemas.microsoft.com/office/drawing/2014/main" id="{D1DCEABE-A2C6-7364-3DC2-5659225FD28E}"/>
              </a:ext>
            </a:extLst>
          </p:cNvPr>
          <p:cNvPicPr>
            <a:picLocks noChangeAspect="1"/>
          </p:cNvPicPr>
          <p:nvPr/>
        </p:nvPicPr>
        <p:blipFill>
          <a:blip r:embed="rId2"/>
          <a:stretch>
            <a:fillRect/>
          </a:stretch>
        </p:blipFill>
        <p:spPr>
          <a:xfrm>
            <a:off x="4403796" y="1818211"/>
            <a:ext cx="3339974" cy="1847846"/>
          </a:xfrm>
          <a:prstGeom prst="rect">
            <a:avLst/>
          </a:prstGeom>
          <a:noFill/>
          <a:ln cap="rnd">
            <a:noFill/>
          </a:ln>
        </p:spPr>
      </p:pic>
      <p:pic>
        <p:nvPicPr>
          <p:cNvPr id="4" name="Picture 36" descr="Slate-V2-HD-3colPhotoInset.png">
            <a:extLst>
              <a:ext uri="{FF2B5EF4-FFF2-40B4-BE49-F238E27FC236}">
                <a16:creationId xmlns:a16="http://schemas.microsoft.com/office/drawing/2014/main" id="{D2BF4ECA-E371-E909-C362-0234EFE1C397}"/>
              </a:ext>
            </a:extLst>
          </p:cNvPr>
          <p:cNvPicPr>
            <a:picLocks noChangeAspect="1"/>
          </p:cNvPicPr>
          <p:nvPr/>
        </p:nvPicPr>
        <p:blipFill>
          <a:blip r:embed="rId2"/>
          <a:stretch>
            <a:fillRect/>
          </a:stretch>
        </p:blipFill>
        <p:spPr>
          <a:xfrm>
            <a:off x="7936050" y="1818211"/>
            <a:ext cx="3339974" cy="1847846"/>
          </a:xfrm>
          <a:prstGeom prst="rect">
            <a:avLst/>
          </a:prstGeom>
          <a:noFill/>
          <a:ln cap="rnd">
            <a:noFill/>
          </a:ln>
        </p:spPr>
      </p:pic>
      <p:sp>
        <p:nvSpPr>
          <p:cNvPr id="5" name="Title 1">
            <a:extLst>
              <a:ext uri="{FF2B5EF4-FFF2-40B4-BE49-F238E27FC236}">
                <a16:creationId xmlns:a16="http://schemas.microsoft.com/office/drawing/2014/main" id="{E9E85DDD-28E5-5D1E-A463-2830AFAD6FFC}"/>
              </a:ext>
            </a:extLst>
          </p:cNvPr>
          <p:cNvSpPr txBox="1">
            <a:spLocks noGrp="1"/>
          </p:cNvSpPr>
          <p:nvPr>
            <p:ph type="title"/>
          </p:nvPr>
        </p:nvSpPr>
        <p:spPr/>
        <p:txBody>
          <a:bodyPr/>
          <a:lstStyle>
            <a:lvl1pPr>
              <a:defRPr/>
            </a:lvl1pPr>
          </a:lstStyle>
          <a:p>
            <a:pPr lvl="0"/>
            <a:r>
              <a:rPr lang="en-US"/>
              <a:t>Click to edit Master title style</a:t>
            </a:r>
          </a:p>
        </p:txBody>
      </p:sp>
      <p:sp>
        <p:nvSpPr>
          <p:cNvPr id="6" name="Text Placeholder 2">
            <a:extLst>
              <a:ext uri="{FF2B5EF4-FFF2-40B4-BE49-F238E27FC236}">
                <a16:creationId xmlns:a16="http://schemas.microsoft.com/office/drawing/2014/main" id="{19A166BD-ACB7-DEB7-99B4-EAD516598382}"/>
              </a:ext>
            </a:extLst>
          </p:cNvPr>
          <p:cNvSpPr txBox="1">
            <a:spLocks noGrp="1"/>
          </p:cNvSpPr>
          <p:nvPr>
            <p:ph type="body" idx="4294967295"/>
          </p:nvPr>
        </p:nvSpPr>
        <p:spPr>
          <a:xfrm>
            <a:off x="913796" y="3904103"/>
            <a:ext cx="3300984" cy="576264"/>
          </a:xfrm>
        </p:spPr>
        <p:txBody>
          <a:bodyPr anchor="b" anchorCtr="1">
            <a:noAutofit/>
          </a:bodyPr>
          <a:lstStyle>
            <a:lvl1pPr marL="0" indent="0" algn="ctr">
              <a:buNone/>
              <a:defRPr>
                <a:solidFill>
                  <a:srgbClr val="FFFFFF"/>
                </a:solidFill>
              </a:defRPr>
            </a:lvl1pPr>
          </a:lstStyle>
          <a:p>
            <a:pPr lvl="0"/>
            <a:r>
              <a:rPr lang="en-US"/>
              <a:t>Click to edit Master text styles</a:t>
            </a:r>
          </a:p>
        </p:txBody>
      </p:sp>
      <p:sp>
        <p:nvSpPr>
          <p:cNvPr id="7" name="Picture Placeholder 2">
            <a:extLst>
              <a:ext uri="{FF2B5EF4-FFF2-40B4-BE49-F238E27FC236}">
                <a16:creationId xmlns:a16="http://schemas.microsoft.com/office/drawing/2014/main" id="{3EE3CDB8-8F84-D438-60AF-9CEF4F7571A8}"/>
              </a:ext>
            </a:extLst>
          </p:cNvPr>
          <p:cNvSpPr txBox="1">
            <a:spLocks noGrp="1"/>
          </p:cNvSpPr>
          <p:nvPr>
            <p:ph type="pic" idx="4294967295"/>
          </p:nvPr>
        </p:nvSpPr>
        <p:spPr>
          <a:xfrm>
            <a:off x="1018102" y="1938921"/>
            <a:ext cx="3092363" cy="1602952"/>
          </a:xfrm>
          <a:effectLst>
            <a:outerShdw dist="25399" dir="4439558" algn="tl">
              <a:srgbClr val="000000">
                <a:alpha val="36000"/>
              </a:srgbClr>
            </a:outerShdw>
          </a:effectLst>
        </p:spPr>
        <p:txBody>
          <a:bodyPr anchorCtr="1"/>
          <a:lstStyle>
            <a:lvl1pPr marL="0" indent="0" algn="ctr">
              <a:spcBef>
                <a:spcPts val="400"/>
              </a:spcBef>
              <a:buNone/>
              <a:defRPr sz="1600"/>
            </a:lvl1pPr>
          </a:lstStyle>
          <a:p>
            <a:pPr lvl="0"/>
            <a:r>
              <a:rPr lang="en-US"/>
              <a:t>Click icon to add picture</a:t>
            </a:r>
          </a:p>
        </p:txBody>
      </p:sp>
      <p:sp>
        <p:nvSpPr>
          <p:cNvPr id="8" name="Text Placeholder 3">
            <a:extLst>
              <a:ext uri="{FF2B5EF4-FFF2-40B4-BE49-F238E27FC236}">
                <a16:creationId xmlns:a16="http://schemas.microsoft.com/office/drawing/2014/main" id="{065BB525-45F1-CE50-A342-E89055F96F1A}"/>
              </a:ext>
            </a:extLst>
          </p:cNvPr>
          <p:cNvSpPr txBox="1">
            <a:spLocks noGrp="1"/>
          </p:cNvSpPr>
          <p:nvPr>
            <p:ph type="body" idx="4294967295"/>
          </p:nvPr>
        </p:nvSpPr>
        <p:spPr>
          <a:xfrm>
            <a:off x="913796" y="4480367"/>
            <a:ext cx="3300984" cy="1310828"/>
          </a:xfrm>
        </p:spPr>
        <p:txBody>
          <a:bodyPr anchorCtr="1"/>
          <a:lstStyle>
            <a:lvl1pPr marL="0" indent="0" algn="ctr">
              <a:spcBef>
                <a:spcPts val="300"/>
              </a:spcBef>
              <a:buNone/>
              <a:defRPr sz="1400"/>
            </a:lvl1pPr>
          </a:lstStyle>
          <a:p>
            <a:pPr lvl="0"/>
            <a:r>
              <a:rPr lang="en-US"/>
              <a:t>Click to edit Master text styles</a:t>
            </a:r>
          </a:p>
        </p:txBody>
      </p:sp>
      <p:sp>
        <p:nvSpPr>
          <p:cNvPr id="9" name="Text Placeholder 4">
            <a:extLst>
              <a:ext uri="{FF2B5EF4-FFF2-40B4-BE49-F238E27FC236}">
                <a16:creationId xmlns:a16="http://schemas.microsoft.com/office/drawing/2014/main" id="{FDAD2BD8-E4A5-FB48-D946-5FA89FA5F868}"/>
              </a:ext>
            </a:extLst>
          </p:cNvPr>
          <p:cNvSpPr txBox="1">
            <a:spLocks noGrp="1"/>
          </p:cNvSpPr>
          <p:nvPr>
            <p:ph type="body" idx="4294967295"/>
          </p:nvPr>
        </p:nvSpPr>
        <p:spPr>
          <a:xfrm>
            <a:off x="4442786" y="3904103"/>
            <a:ext cx="3300984" cy="576264"/>
          </a:xfrm>
        </p:spPr>
        <p:txBody>
          <a:bodyPr anchor="b" anchorCtr="1">
            <a:noAutofit/>
          </a:bodyPr>
          <a:lstStyle>
            <a:lvl1pPr marL="0" indent="0" algn="ctr">
              <a:buNone/>
              <a:defRPr>
                <a:solidFill>
                  <a:srgbClr val="FFFFFF"/>
                </a:solidFill>
              </a:defRPr>
            </a:lvl1pPr>
          </a:lstStyle>
          <a:p>
            <a:pPr lvl="0"/>
            <a:r>
              <a:rPr lang="en-US"/>
              <a:t>Click to edit Master text styles</a:t>
            </a:r>
          </a:p>
        </p:txBody>
      </p:sp>
      <p:sp>
        <p:nvSpPr>
          <p:cNvPr id="10" name="Picture Placeholder 2">
            <a:extLst>
              <a:ext uri="{FF2B5EF4-FFF2-40B4-BE49-F238E27FC236}">
                <a16:creationId xmlns:a16="http://schemas.microsoft.com/office/drawing/2014/main" id="{EBD09846-BF83-A712-5202-712E4780AEFC}"/>
              </a:ext>
            </a:extLst>
          </p:cNvPr>
          <p:cNvSpPr txBox="1">
            <a:spLocks noGrp="1"/>
          </p:cNvSpPr>
          <p:nvPr>
            <p:ph type="pic" idx="4294967295"/>
          </p:nvPr>
        </p:nvSpPr>
        <p:spPr>
          <a:xfrm>
            <a:off x="4545738" y="1939094"/>
            <a:ext cx="3092363" cy="1608164"/>
          </a:xfrm>
          <a:effectLst>
            <a:outerShdw dist="25399" dir="4439558" algn="tl">
              <a:srgbClr val="000000">
                <a:alpha val="36000"/>
              </a:srgbClr>
            </a:outerShdw>
          </a:effectLst>
        </p:spPr>
        <p:txBody>
          <a:bodyPr anchorCtr="1"/>
          <a:lstStyle>
            <a:lvl1pPr marL="0" indent="0" algn="ctr">
              <a:spcBef>
                <a:spcPts val="400"/>
              </a:spcBef>
              <a:buNone/>
              <a:defRPr sz="1600"/>
            </a:lvl1pPr>
          </a:lstStyle>
          <a:p>
            <a:pPr lvl="0"/>
            <a:r>
              <a:rPr lang="en-US"/>
              <a:t>Click icon to add picture</a:t>
            </a:r>
          </a:p>
        </p:txBody>
      </p:sp>
      <p:sp>
        <p:nvSpPr>
          <p:cNvPr id="11" name="Text Placeholder 3">
            <a:extLst>
              <a:ext uri="{FF2B5EF4-FFF2-40B4-BE49-F238E27FC236}">
                <a16:creationId xmlns:a16="http://schemas.microsoft.com/office/drawing/2014/main" id="{6A14B758-78D3-195A-304C-A071B08C4A98}"/>
              </a:ext>
            </a:extLst>
          </p:cNvPr>
          <p:cNvSpPr txBox="1">
            <a:spLocks noGrp="1"/>
          </p:cNvSpPr>
          <p:nvPr>
            <p:ph type="body" idx="4294967295"/>
          </p:nvPr>
        </p:nvSpPr>
        <p:spPr>
          <a:xfrm>
            <a:off x="4441432" y="4480367"/>
            <a:ext cx="3300984" cy="1310828"/>
          </a:xfrm>
        </p:spPr>
        <p:txBody>
          <a:bodyPr anchorCtr="1"/>
          <a:lstStyle>
            <a:lvl1pPr marL="0" indent="0" algn="ctr">
              <a:spcBef>
                <a:spcPts val="300"/>
              </a:spcBef>
              <a:buNone/>
              <a:defRPr sz="1400"/>
            </a:lvl1pPr>
          </a:lstStyle>
          <a:p>
            <a:pPr lvl="0"/>
            <a:r>
              <a:rPr lang="en-US"/>
              <a:t>Click to edit Master text styles</a:t>
            </a:r>
          </a:p>
        </p:txBody>
      </p:sp>
      <p:sp>
        <p:nvSpPr>
          <p:cNvPr id="12" name="Text Placeholder 4">
            <a:extLst>
              <a:ext uri="{FF2B5EF4-FFF2-40B4-BE49-F238E27FC236}">
                <a16:creationId xmlns:a16="http://schemas.microsoft.com/office/drawing/2014/main" id="{83DE55CE-633D-3E98-825D-6AEC126189AD}"/>
              </a:ext>
            </a:extLst>
          </p:cNvPr>
          <p:cNvSpPr txBox="1">
            <a:spLocks noGrp="1"/>
          </p:cNvSpPr>
          <p:nvPr>
            <p:ph type="body" idx="4294967295"/>
          </p:nvPr>
        </p:nvSpPr>
        <p:spPr>
          <a:xfrm>
            <a:off x="7966700" y="3904103"/>
            <a:ext cx="3300984" cy="576264"/>
          </a:xfrm>
        </p:spPr>
        <p:txBody>
          <a:bodyPr anchor="b" anchorCtr="1">
            <a:noAutofit/>
          </a:bodyPr>
          <a:lstStyle>
            <a:lvl1pPr marL="0" indent="0" algn="ctr">
              <a:buNone/>
              <a:defRPr>
                <a:solidFill>
                  <a:srgbClr val="FFFFFF"/>
                </a:solidFill>
              </a:defRPr>
            </a:lvl1pPr>
          </a:lstStyle>
          <a:p>
            <a:pPr lvl="0"/>
            <a:r>
              <a:rPr lang="en-US"/>
              <a:t>Click to edit Master text styles</a:t>
            </a:r>
          </a:p>
        </p:txBody>
      </p:sp>
      <p:sp>
        <p:nvSpPr>
          <p:cNvPr id="13" name="Picture Placeholder 2">
            <a:extLst>
              <a:ext uri="{FF2B5EF4-FFF2-40B4-BE49-F238E27FC236}">
                <a16:creationId xmlns:a16="http://schemas.microsoft.com/office/drawing/2014/main" id="{1834749B-B24B-DFD7-5993-012D8B439C5A}"/>
              </a:ext>
            </a:extLst>
          </p:cNvPr>
          <p:cNvSpPr txBox="1">
            <a:spLocks noGrp="1"/>
          </p:cNvSpPr>
          <p:nvPr>
            <p:ph type="pic" idx="4294967295"/>
          </p:nvPr>
        </p:nvSpPr>
        <p:spPr>
          <a:xfrm>
            <a:off x="8075697" y="1934431"/>
            <a:ext cx="3092363" cy="1607295"/>
          </a:xfrm>
          <a:effectLst>
            <a:outerShdw dist="25399" dir="4439558" algn="tl">
              <a:srgbClr val="000000">
                <a:alpha val="36000"/>
              </a:srgbClr>
            </a:outerShdw>
          </a:effectLst>
        </p:spPr>
        <p:txBody>
          <a:bodyPr anchorCtr="1"/>
          <a:lstStyle>
            <a:lvl1pPr marL="0" indent="0" algn="ctr">
              <a:spcBef>
                <a:spcPts val="400"/>
              </a:spcBef>
              <a:buNone/>
              <a:defRPr sz="1600"/>
            </a:lvl1pPr>
          </a:lstStyle>
          <a:p>
            <a:pPr lvl="0"/>
            <a:r>
              <a:rPr lang="en-US"/>
              <a:t>Click icon to add picture</a:t>
            </a:r>
          </a:p>
        </p:txBody>
      </p:sp>
      <p:sp>
        <p:nvSpPr>
          <p:cNvPr id="14" name="Text Placeholder 3">
            <a:extLst>
              <a:ext uri="{FF2B5EF4-FFF2-40B4-BE49-F238E27FC236}">
                <a16:creationId xmlns:a16="http://schemas.microsoft.com/office/drawing/2014/main" id="{08C3FD88-CAC4-602A-EB33-E153422DAE35}"/>
              </a:ext>
            </a:extLst>
          </p:cNvPr>
          <p:cNvSpPr txBox="1">
            <a:spLocks noGrp="1"/>
          </p:cNvSpPr>
          <p:nvPr>
            <p:ph type="body" idx="4294967295"/>
          </p:nvPr>
        </p:nvSpPr>
        <p:spPr>
          <a:xfrm>
            <a:off x="7966572" y="4480367"/>
            <a:ext cx="3300984" cy="1310838"/>
          </a:xfrm>
        </p:spPr>
        <p:txBody>
          <a:bodyPr anchorCtr="1"/>
          <a:lstStyle>
            <a:lvl1pPr marL="0" indent="0" algn="ctr">
              <a:spcBef>
                <a:spcPts val="300"/>
              </a:spcBef>
              <a:buNone/>
              <a:defRPr sz="1400"/>
            </a:lvl1pPr>
          </a:lstStyle>
          <a:p>
            <a:pPr lvl="0"/>
            <a:r>
              <a:rPr lang="en-US"/>
              <a:t>Click to edit Master text styles</a:t>
            </a:r>
          </a:p>
        </p:txBody>
      </p:sp>
      <p:sp>
        <p:nvSpPr>
          <p:cNvPr id="15" name="Date Placeholder 2">
            <a:extLst>
              <a:ext uri="{FF2B5EF4-FFF2-40B4-BE49-F238E27FC236}">
                <a16:creationId xmlns:a16="http://schemas.microsoft.com/office/drawing/2014/main" id="{76A69B72-9B20-9B07-BFA8-A8A6E8877567}"/>
              </a:ext>
            </a:extLst>
          </p:cNvPr>
          <p:cNvSpPr txBox="1">
            <a:spLocks noGrp="1"/>
          </p:cNvSpPr>
          <p:nvPr>
            <p:ph type="dt" sz="half" idx="7"/>
          </p:nvPr>
        </p:nvSpPr>
        <p:spPr/>
        <p:txBody>
          <a:bodyPr/>
          <a:lstStyle>
            <a:lvl1pPr>
              <a:defRPr/>
            </a:lvl1pPr>
          </a:lstStyle>
          <a:p>
            <a:pPr lvl="0"/>
            <a:fld id="{81F325F0-8487-430C-B823-F0224680ADB1}" type="datetime1">
              <a:rPr lang="en-US"/>
              <a:pPr lvl="0"/>
              <a:t>5/1/2026</a:t>
            </a:fld>
            <a:endParaRPr lang="en-US"/>
          </a:p>
        </p:txBody>
      </p:sp>
      <p:sp>
        <p:nvSpPr>
          <p:cNvPr id="16" name="Footer Placeholder 3">
            <a:extLst>
              <a:ext uri="{FF2B5EF4-FFF2-40B4-BE49-F238E27FC236}">
                <a16:creationId xmlns:a16="http://schemas.microsoft.com/office/drawing/2014/main" id="{4B71046E-A24B-D18C-B23F-51D9964F219B}"/>
              </a:ext>
            </a:extLst>
          </p:cNvPr>
          <p:cNvSpPr txBox="1">
            <a:spLocks noGrp="1"/>
          </p:cNvSpPr>
          <p:nvPr>
            <p:ph type="ftr" sz="quarter" idx="9"/>
          </p:nvPr>
        </p:nvSpPr>
        <p:spPr/>
        <p:txBody>
          <a:bodyPr/>
          <a:lstStyle>
            <a:lvl1pPr>
              <a:defRPr/>
            </a:lvl1pPr>
          </a:lstStyle>
          <a:p>
            <a:pPr lvl="0"/>
            <a:endParaRPr lang="en-US"/>
          </a:p>
        </p:txBody>
      </p:sp>
      <p:sp>
        <p:nvSpPr>
          <p:cNvPr id="17" name="Slide Number Placeholder 4">
            <a:extLst>
              <a:ext uri="{FF2B5EF4-FFF2-40B4-BE49-F238E27FC236}">
                <a16:creationId xmlns:a16="http://schemas.microsoft.com/office/drawing/2014/main" id="{E1BA3486-B57F-781C-E053-44B4F4866627}"/>
              </a:ext>
            </a:extLst>
          </p:cNvPr>
          <p:cNvSpPr txBox="1">
            <a:spLocks noGrp="1"/>
          </p:cNvSpPr>
          <p:nvPr>
            <p:ph type="sldNum" sz="quarter" idx="8"/>
          </p:nvPr>
        </p:nvSpPr>
        <p:spPr/>
        <p:txBody>
          <a:bodyPr/>
          <a:lstStyle>
            <a:lvl1pPr>
              <a:defRPr/>
            </a:lvl1pPr>
          </a:lstStyle>
          <a:p>
            <a:pPr lvl="0"/>
            <a:fld id="{7500928D-0654-49AA-BB09-99E3B3D5BA43}" type="slidenum">
              <a:t>‹#›</a:t>
            </a:fld>
            <a:endParaRPr lang="en-US"/>
          </a:p>
        </p:txBody>
      </p:sp>
    </p:spTree>
    <p:extLst>
      <p:ext uri="{BB962C8B-B14F-4D97-AF65-F5344CB8AC3E}">
        <p14:creationId xmlns:p14="http://schemas.microsoft.com/office/powerpoint/2010/main" val="40481753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EB34A-FD86-34F8-AF94-114E8470F03C}"/>
              </a:ext>
            </a:extLst>
          </p:cNvPr>
          <p:cNvSpPr txBox="1">
            <a:spLocks noGrp="1"/>
          </p:cNvSpPr>
          <p:nvPr>
            <p:ph type="title"/>
          </p:nvPr>
        </p:nvSpPr>
        <p:spPr/>
        <p:txBody>
          <a:bodyPr/>
          <a:lstStyle>
            <a:lvl1pPr>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DAA6E514-72C7-7AF2-C865-08A48892B679}"/>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232EFE-04AB-B49E-6629-43AD25C72239}"/>
              </a:ext>
            </a:extLst>
          </p:cNvPr>
          <p:cNvSpPr txBox="1">
            <a:spLocks noGrp="1"/>
          </p:cNvSpPr>
          <p:nvPr>
            <p:ph type="dt" sz="half" idx="7"/>
          </p:nvPr>
        </p:nvSpPr>
        <p:spPr/>
        <p:txBody>
          <a:bodyPr/>
          <a:lstStyle>
            <a:lvl1pPr>
              <a:defRPr/>
            </a:lvl1pPr>
          </a:lstStyle>
          <a:p>
            <a:pPr lvl="0"/>
            <a:fld id="{9907CB10-7BC0-4D5B-A318-8ACE7CEFD162}" type="datetime1">
              <a:rPr lang="en-US"/>
              <a:pPr lvl="0"/>
              <a:t>5/1/2026</a:t>
            </a:fld>
            <a:endParaRPr lang="en-US"/>
          </a:p>
        </p:txBody>
      </p:sp>
      <p:sp>
        <p:nvSpPr>
          <p:cNvPr id="5" name="Footer Placeholder 4">
            <a:extLst>
              <a:ext uri="{FF2B5EF4-FFF2-40B4-BE49-F238E27FC236}">
                <a16:creationId xmlns:a16="http://schemas.microsoft.com/office/drawing/2014/main" id="{9ADE8D4D-9EE3-7F67-1420-7DD1CAD9A1A2}"/>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AF122D37-18B3-AB91-401E-60004903865F}"/>
              </a:ext>
            </a:extLst>
          </p:cNvPr>
          <p:cNvSpPr txBox="1">
            <a:spLocks noGrp="1"/>
          </p:cNvSpPr>
          <p:nvPr>
            <p:ph type="sldNum" sz="quarter" idx="8"/>
          </p:nvPr>
        </p:nvSpPr>
        <p:spPr/>
        <p:txBody>
          <a:bodyPr/>
          <a:lstStyle>
            <a:lvl1pPr>
              <a:defRPr/>
            </a:lvl1pPr>
          </a:lstStyle>
          <a:p>
            <a:pPr lvl="0"/>
            <a:fld id="{220B3773-B161-4C61-82B8-2F03680CA5D3}" type="slidenum">
              <a:t>‹#›</a:t>
            </a:fld>
            <a:endParaRPr lang="en-US"/>
          </a:p>
        </p:txBody>
      </p:sp>
    </p:spTree>
    <p:extLst>
      <p:ext uri="{BB962C8B-B14F-4D97-AF65-F5344CB8AC3E}">
        <p14:creationId xmlns:p14="http://schemas.microsoft.com/office/powerpoint/2010/main" val="31734104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31811E-8B68-1B18-6FB1-F3EB40741315}"/>
              </a:ext>
            </a:extLst>
          </p:cNvPr>
          <p:cNvSpPr txBox="1">
            <a:spLocks noGrp="1"/>
          </p:cNvSpPr>
          <p:nvPr>
            <p:ph type="title" orient="vert"/>
          </p:nvPr>
        </p:nvSpPr>
        <p:spPr>
          <a:xfrm>
            <a:off x="8983065" y="609603"/>
            <a:ext cx="2284491" cy="5181603"/>
          </a:xfrm>
        </p:spPr>
        <p:txBody>
          <a:bodyPr vert="eaVert" anchorCtr="0"/>
          <a:lstStyle>
            <a:lvl1pPr algn="l">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209BB390-0DEE-2A73-BF39-749898536BCD}"/>
              </a:ext>
            </a:extLst>
          </p:cNvPr>
          <p:cNvSpPr txBox="1">
            <a:spLocks noGrp="1"/>
          </p:cNvSpPr>
          <p:nvPr>
            <p:ph type="body" orient="vert" idx="1"/>
          </p:nvPr>
        </p:nvSpPr>
        <p:spPr>
          <a:xfrm>
            <a:off x="913796" y="609603"/>
            <a:ext cx="7916875" cy="5181603"/>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51D74E-2ABE-FE7B-870D-573B73734038}"/>
              </a:ext>
            </a:extLst>
          </p:cNvPr>
          <p:cNvSpPr txBox="1">
            <a:spLocks noGrp="1"/>
          </p:cNvSpPr>
          <p:nvPr>
            <p:ph type="dt" sz="half" idx="7"/>
          </p:nvPr>
        </p:nvSpPr>
        <p:spPr/>
        <p:txBody>
          <a:bodyPr/>
          <a:lstStyle>
            <a:lvl1pPr>
              <a:defRPr/>
            </a:lvl1pPr>
          </a:lstStyle>
          <a:p>
            <a:pPr lvl="0"/>
            <a:fld id="{37712500-28EC-4DD3-815E-2AA5D0D3A498}" type="datetime1">
              <a:rPr lang="en-US"/>
              <a:pPr lvl="0"/>
              <a:t>5/1/2026</a:t>
            </a:fld>
            <a:endParaRPr lang="en-US"/>
          </a:p>
        </p:txBody>
      </p:sp>
      <p:sp>
        <p:nvSpPr>
          <p:cNvPr id="5" name="Footer Placeholder 4">
            <a:extLst>
              <a:ext uri="{FF2B5EF4-FFF2-40B4-BE49-F238E27FC236}">
                <a16:creationId xmlns:a16="http://schemas.microsoft.com/office/drawing/2014/main" id="{6FBB7E95-B05F-745B-832A-3D2D75F774EC}"/>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ADF2438A-D61A-9949-4DE0-C42697BCBECF}"/>
              </a:ext>
            </a:extLst>
          </p:cNvPr>
          <p:cNvSpPr txBox="1">
            <a:spLocks noGrp="1"/>
          </p:cNvSpPr>
          <p:nvPr>
            <p:ph type="sldNum" sz="quarter" idx="8"/>
          </p:nvPr>
        </p:nvSpPr>
        <p:spPr/>
        <p:txBody>
          <a:bodyPr/>
          <a:lstStyle>
            <a:lvl1pPr>
              <a:defRPr/>
            </a:lvl1pPr>
          </a:lstStyle>
          <a:p>
            <a:pPr lvl="0"/>
            <a:fld id="{5A066AFC-C8D9-4E69-AA0D-11B26F35913C}" type="slidenum">
              <a:t>‹#›</a:t>
            </a:fld>
            <a:endParaRPr lang="en-US"/>
          </a:p>
        </p:txBody>
      </p:sp>
    </p:spTree>
    <p:extLst>
      <p:ext uri="{BB962C8B-B14F-4D97-AF65-F5344CB8AC3E}">
        <p14:creationId xmlns:p14="http://schemas.microsoft.com/office/powerpoint/2010/main" val="1942460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9"/>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67E4DE-484E-EA45-40BA-8A3D267062F4}"/>
              </a:ext>
            </a:extLst>
          </p:cNvPr>
          <p:cNvSpPr txBox="1">
            <a:spLocks noGrp="1"/>
          </p:cNvSpPr>
          <p:nvPr>
            <p:ph type="title"/>
          </p:nvPr>
        </p:nvSpPr>
        <p:spPr>
          <a:xfrm>
            <a:off x="913796" y="609603"/>
            <a:ext cx="10353760" cy="970452"/>
          </a:xfrm>
          <a:prstGeom prst="rect">
            <a:avLst/>
          </a:prstGeom>
          <a:noFill/>
          <a:ln>
            <a:noFill/>
          </a:ln>
          <a:effectLst>
            <a:outerShdw dir="16200000" algn="tl">
              <a:srgbClr val="000000">
                <a:alpha val="46000"/>
              </a:srgbClr>
            </a:outerShdw>
          </a:effectLst>
        </p:spPr>
        <p:txBody>
          <a:bodyPr vert="horz" wrap="square" lIns="91440" tIns="45720" rIns="91440" bIns="45720" anchor="ctr" anchorCtr="1" compatLnSpc="1">
            <a:normAutofit/>
          </a:bodyPr>
          <a:lstStyle/>
          <a:p>
            <a:pPr lvl="0"/>
            <a:r>
              <a:rPr lang="en-US"/>
              <a:t>Click to edit Master title style</a:t>
            </a:r>
          </a:p>
        </p:txBody>
      </p:sp>
      <p:sp>
        <p:nvSpPr>
          <p:cNvPr id="3" name="Text Placeholder 2">
            <a:extLst>
              <a:ext uri="{FF2B5EF4-FFF2-40B4-BE49-F238E27FC236}">
                <a16:creationId xmlns:a16="http://schemas.microsoft.com/office/drawing/2014/main" id="{1445148C-4D35-443C-5715-59A873B23A59}"/>
              </a:ext>
            </a:extLst>
          </p:cNvPr>
          <p:cNvSpPr txBox="1">
            <a:spLocks noGrp="1"/>
          </p:cNvSpPr>
          <p:nvPr>
            <p:ph type="body" idx="1"/>
          </p:nvPr>
        </p:nvSpPr>
        <p:spPr>
          <a:xfrm>
            <a:off x="913796" y="1732449"/>
            <a:ext cx="10353760" cy="4058747"/>
          </a:xfrm>
          <a:prstGeom prst="rect">
            <a:avLst/>
          </a:prstGeom>
          <a:noFill/>
          <a:ln>
            <a:noFill/>
          </a:ln>
          <a:effectLst>
            <a:outerShdw dir="16200000" algn="tl">
              <a:srgbClr val="000000">
                <a:alpha val="46000"/>
              </a:srgbClr>
            </a:outerShdw>
          </a:effectLst>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4324DA-7C3C-A0A5-17E3-0D831671D6AB}"/>
              </a:ext>
            </a:extLst>
          </p:cNvPr>
          <p:cNvSpPr txBox="1">
            <a:spLocks noGrp="1"/>
          </p:cNvSpPr>
          <p:nvPr>
            <p:ph type="dt" sz="half" idx="2"/>
          </p:nvPr>
        </p:nvSpPr>
        <p:spPr>
          <a:xfrm>
            <a:off x="7678738" y="5883277"/>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457200" rtl="0" fontAlgn="auto" hangingPunct="1">
              <a:lnSpc>
                <a:spcPct val="100000"/>
              </a:lnSpc>
              <a:spcBef>
                <a:spcPts val="0"/>
              </a:spcBef>
              <a:spcAft>
                <a:spcPts val="0"/>
              </a:spcAft>
              <a:buNone/>
              <a:tabLst/>
              <a:defRPr lang="en-US" sz="1000" b="0" i="0" u="none" strike="noStrike" kern="1200" cap="none" spc="0" baseline="0">
                <a:solidFill>
                  <a:srgbClr val="F2F2F2"/>
                </a:solidFill>
                <a:effectLst>
                  <a:outerShdw dist="38096" dir="2700000">
                    <a:srgbClr val="000000"/>
                  </a:outerShdw>
                </a:effectLst>
                <a:uFillTx/>
                <a:latin typeface="Calisto MT"/>
              </a:defRPr>
            </a:lvl1pPr>
          </a:lstStyle>
          <a:p>
            <a:pPr lvl="0"/>
            <a:fld id="{8585B2D6-1A4A-4D0A-ABCA-BBBAE305AA1A}" type="datetime1">
              <a:rPr lang="en-US"/>
              <a:pPr lvl="0"/>
              <a:t>5/1/2026</a:t>
            </a:fld>
            <a:endParaRPr lang="en-US"/>
          </a:p>
        </p:txBody>
      </p:sp>
      <p:sp>
        <p:nvSpPr>
          <p:cNvPr id="5" name="Footer Placeholder 4">
            <a:extLst>
              <a:ext uri="{FF2B5EF4-FFF2-40B4-BE49-F238E27FC236}">
                <a16:creationId xmlns:a16="http://schemas.microsoft.com/office/drawing/2014/main" id="{DB11E6C7-D955-8246-168A-5D4C1D90E3DF}"/>
              </a:ext>
            </a:extLst>
          </p:cNvPr>
          <p:cNvSpPr txBox="1">
            <a:spLocks noGrp="1"/>
          </p:cNvSpPr>
          <p:nvPr>
            <p:ph type="ftr" sz="quarter" idx="3"/>
          </p:nvPr>
        </p:nvSpPr>
        <p:spPr>
          <a:xfrm>
            <a:off x="913796" y="5883277"/>
            <a:ext cx="6672861" cy="365129"/>
          </a:xfrm>
          <a:prstGeom prst="rect">
            <a:avLst/>
          </a:prstGeom>
          <a:noFill/>
          <a:ln>
            <a:noFill/>
          </a:ln>
        </p:spPr>
        <p:txBody>
          <a:bodyPr vert="horz" wrap="square" lIns="91440" tIns="45720" rIns="91440" bIns="45720" anchor="ctr" anchorCtr="0" compatLnSpc="1">
            <a:noAutofit/>
          </a:bodyPr>
          <a:lstStyle>
            <a:lvl1pPr marL="0" marR="0" lvl="0" indent="0" algn="l" defTabSz="457200" rtl="0" fontAlgn="auto" hangingPunct="1">
              <a:lnSpc>
                <a:spcPct val="100000"/>
              </a:lnSpc>
              <a:spcBef>
                <a:spcPts val="0"/>
              </a:spcBef>
              <a:spcAft>
                <a:spcPts val="0"/>
              </a:spcAft>
              <a:buNone/>
              <a:tabLst/>
              <a:defRPr lang="en-US" sz="1000" b="0" i="0" u="none" strike="noStrike" kern="1200" cap="none" spc="0" baseline="0">
                <a:solidFill>
                  <a:srgbClr val="F2F2F2"/>
                </a:solidFill>
                <a:effectLst>
                  <a:outerShdw dist="38096" dir="2700000">
                    <a:srgbClr val="000000"/>
                  </a:outerShdw>
                </a:effectLst>
                <a:uFillTx/>
                <a:latin typeface="Calisto MT"/>
              </a:defRPr>
            </a:lvl1pPr>
          </a:lstStyle>
          <a:p>
            <a:pPr lvl="0"/>
            <a:endParaRPr lang="en-US"/>
          </a:p>
        </p:txBody>
      </p:sp>
      <p:sp>
        <p:nvSpPr>
          <p:cNvPr id="6" name="Slide Number Placeholder 5">
            <a:extLst>
              <a:ext uri="{FF2B5EF4-FFF2-40B4-BE49-F238E27FC236}">
                <a16:creationId xmlns:a16="http://schemas.microsoft.com/office/drawing/2014/main" id="{1657A145-4749-56FE-82C4-BB394244D18C}"/>
              </a:ext>
            </a:extLst>
          </p:cNvPr>
          <p:cNvSpPr txBox="1">
            <a:spLocks noGrp="1"/>
          </p:cNvSpPr>
          <p:nvPr>
            <p:ph type="sldNum" sz="quarter" idx="4"/>
          </p:nvPr>
        </p:nvSpPr>
        <p:spPr>
          <a:xfrm>
            <a:off x="10514008" y="5883277"/>
            <a:ext cx="753547" cy="365129"/>
          </a:xfrm>
          <a:prstGeom prst="rect">
            <a:avLst/>
          </a:prstGeom>
          <a:noFill/>
          <a:ln>
            <a:noFill/>
          </a:ln>
        </p:spPr>
        <p:txBody>
          <a:bodyPr vert="horz" wrap="square" lIns="91440" tIns="45720" rIns="91440" bIns="45720" anchor="ctr" anchorCtr="0" compatLnSpc="1">
            <a:noAutofit/>
          </a:bodyPr>
          <a:lstStyle>
            <a:lvl1pPr marL="0" marR="0" lvl="0" indent="0" algn="r" defTabSz="457200" rtl="0" fontAlgn="auto" hangingPunct="1">
              <a:lnSpc>
                <a:spcPct val="100000"/>
              </a:lnSpc>
              <a:spcBef>
                <a:spcPts val="0"/>
              </a:spcBef>
              <a:spcAft>
                <a:spcPts val="0"/>
              </a:spcAft>
              <a:buNone/>
              <a:tabLst/>
              <a:defRPr lang="en-US" sz="1000" b="0" i="0" u="none" strike="noStrike" kern="1200" cap="none" spc="0" baseline="0">
                <a:solidFill>
                  <a:srgbClr val="F2F2F2"/>
                </a:solidFill>
                <a:effectLst>
                  <a:outerShdw dist="38096" dir="2700000">
                    <a:srgbClr val="000000"/>
                  </a:outerShdw>
                </a:effectLst>
                <a:uFillTx/>
                <a:latin typeface="Calisto MT"/>
              </a:defRPr>
            </a:lvl1pPr>
          </a:lstStyle>
          <a:p>
            <a:pPr lvl="0"/>
            <a:fld id="{391AA6D1-F430-4913-BEFA-5B59195FCB9D}"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marL="0" marR="0" lvl="0" indent="0" algn="ctr" defTabSz="457200" rtl="0" fontAlgn="auto" hangingPunct="1">
        <a:lnSpc>
          <a:spcPct val="100000"/>
        </a:lnSpc>
        <a:spcBef>
          <a:spcPts val="0"/>
        </a:spcBef>
        <a:spcAft>
          <a:spcPts val="0"/>
        </a:spcAft>
        <a:buNone/>
        <a:tabLst/>
        <a:defRPr lang="en-US" sz="4000" b="0" i="0" u="none" strike="noStrike" kern="1200" cap="none" spc="0" baseline="0">
          <a:solidFill>
            <a:srgbClr val="DADADA"/>
          </a:solidFill>
          <a:effectLst>
            <a:outerShdw dist="25403" dir="14639867">
              <a:srgbClr val="000000"/>
            </a:outerShdw>
          </a:effectLst>
          <a:uFillTx/>
          <a:latin typeface="Calisto MT"/>
          <a:cs typeface="Trebuchet MS"/>
        </a:defRPr>
      </a:lvl1pPr>
    </p:titleStyle>
    <p:bodyStyle>
      <a:lvl1pPr marL="342900" marR="0" lvl="0" indent="-306003" algn="l" defTabSz="457200" rtl="0" fontAlgn="auto" hangingPunct="1">
        <a:lnSpc>
          <a:spcPct val="100000"/>
        </a:lnSpc>
        <a:spcBef>
          <a:spcPts val="500"/>
        </a:spcBef>
        <a:spcAft>
          <a:spcPts val="600"/>
        </a:spcAft>
        <a:buClr>
          <a:srgbClr val="DADADA"/>
        </a:buClr>
        <a:buSzPct val="70000"/>
        <a:buFont typeface="Wingdings 2"/>
        <a:buChar char=""/>
        <a:tabLst/>
        <a:defRPr lang="en-US" sz="2000" b="0" i="0" u="none" strike="noStrike" kern="1200" cap="none" spc="0" baseline="0">
          <a:solidFill>
            <a:srgbClr val="DADADA"/>
          </a:solidFill>
          <a:effectLst>
            <a:outerShdw dist="25403" dir="14639867">
              <a:srgbClr val="000000"/>
            </a:outerShdw>
          </a:effectLst>
          <a:uFillTx/>
          <a:latin typeface="Calisto MT"/>
        </a:defRPr>
      </a:lvl1pPr>
      <a:lvl2pPr marL="719998" marR="0" lvl="1" indent="-270004" algn="l" defTabSz="457200" rtl="0" fontAlgn="auto" hangingPunct="1">
        <a:lnSpc>
          <a:spcPct val="100000"/>
        </a:lnSpc>
        <a:spcBef>
          <a:spcPts val="400"/>
        </a:spcBef>
        <a:spcAft>
          <a:spcPts val="600"/>
        </a:spcAft>
        <a:buClr>
          <a:srgbClr val="DADADA"/>
        </a:buClr>
        <a:buSzPct val="70000"/>
        <a:buFont typeface="Wingdings 2"/>
        <a:buChar char=""/>
        <a:tabLst/>
        <a:defRPr lang="en-US" sz="1800" b="0" i="0" u="none" strike="noStrike" kern="1200" cap="none" spc="0" baseline="0">
          <a:solidFill>
            <a:srgbClr val="DADADA"/>
          </a:solidFill>
          <a:effectLst>
            <a:outerShdw dist="25403" dir="14639867">
              <a:srgbClr val="000000"/>
            </a:outerShdw>
          </a:effectLst>
          <a:uFillTx/>
          <a:latin typeface="Calisto MT"/>
        </a:defRPr>
      </a:lvl2pPr>
      <a:lvl3pPr marL="1026002" marR="0" lvl="2" indent="-215999" algn="l" defTabSz="457200" rtl="0" fontAlgn="auto" hangingPunct="1">
        <a:lnSpc>
          <a:spcPct val="100000"/>
        </a:lnSpc>
        <a:spcBef>
          <a:spcPts val="400"/>
        </a:spcBef>
        <a:spcAft>
          <a:spcPts val="600"/>
        </a:spcAft>
        <a:buClr>
          <a:srgbClr val="DADADA"/>
        </a:buClr>
        <a:buSzPct val="70000"/>
        <a:buFont typeface="Wingdings 2"/>
        <a:buChar char=""/>
        <a:tabLst/>
        <a:defRPr lang="en-US" sz="1600" b="0" i="0" u="none" strike="noStrike" kern="1200" cap="none" spc="0" baseline="0">
          <a:solidFill>
            <a:srgbClr val="DADADA"/>
          </a:solidFill>
          <a:effectLst>
            <a:outerShdw dist="25403" dir="14639867">
              <a:srgbClr val="000000"/>
            </a:outerShdw>
          </a:effectLst>
          <a:uFillTx/>
          <a:latin typeface="Calisto MT"/>
        </a:defRPr>
      </a:lvl3pPr>
      <a:lvl4pPr marL="1386001" marR="0" lvl="3" indent="-215999" algn="l" defTabSz="457200" rtl="0" fontAlgn="auto" hangingPunct="1">
        <a:lnSpc>
          <a:spcPct val="100000"/>
        </a:lnSpc>
        <a:spcBef>
          <a:spcPts val="300"/>
        </a:spcBef>
        <a:spcAft>
          <a:spcPts val="600"/>
        </a:spcAft>
        <a:buClr>
          <a:srgbClr val="DADADA"/>
        </a:buClr>
        <a:buSzPct val="70000"/>
        <a:buFont typeface="Wingdings 2"/>
        <a:buChar char=""/>
        <a:tabLst/>
        <a:defRPr lang="en-US" sz="1400" b="0" i="0" u="none" strike="noStrike" kern="1200" cap="none" spc="0" baseline="0">
          <a:solidFill>
            <a:srgbClr val="DADADA"/>
          </a:solidFill>
          <a:effectLst>
            <a:outerShdw dist="25403" dir="14639867">
              <a:srgbClr val="000000"/>
            </a:outerShdw>
          </a:effectLst>
          <a:uFillTx/>
          <a:latin typeface="Calisto MT"/>
        </a:defRPr>
      </a:lvl4pPr>
      <a:lvl5pPr marL="1674001" marR="0" lvl="4" indent="-215999" algn="l" defTabSz="457200" rtl="0" fontAlgn="auto" hangingPunct="1">
        <a:lnSpc>
          <a:spcPct val="100000"/>
        </a:lnSpc>
        <a:spcBef>
          <a:spcPts val="300"/>
        </a:spcBef>
        <a:spcAft>
          <a:spcPts val="600"/>
        </a:spcAft>
        <a:buClr>
          <a:srgbClr val="DADADA"/>
        </a:buClr>
        <a:buSzPct val="70000"/>
        <a:buFont typeface="Wingdings 2"/>
        <a:buChar char=""/>
        <a:tabLst/>
        <a:defRPr lang="en-US" sz="1400" b="0" i="0" u="none" strike="noStrike" kern="1200" cap="none" spc="0" baseline="0">
          <a:solidFill>
            <a:srgbClr val="DADADA"/>
          </a:solidFill>
          <a:effectLst>
            <a:outerShdw dist="25403" dir="14639867">
              <a:srgbClr val="000000"/>
            </a:outerShdw>
          </a:effectLst>
          <a:uFillTx/>
          <a:latin typeface="Calisto M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2.jpg"/><Relationship Id="rId4" Type="http://schemas.openxmlformats.org/officeDocument/2006/relationships/chart" Target="../charts/chart6.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1">
    <p:bg>
      <p:bgPr>
        <a:solidFill>
          <a:srgbClr val="000000"/>
        </a:solidFill>
        <a:effectLst/>
      </p:bgPr>
    </p:bg>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907F2E3-F2C1-DD0D-2D20-5EE049BC4561}"/>
              </a:ext>
            </a:extLst>
          </p:cNvPr>
          <p:cNvPicPr>
            <a:picLocks noChangeAspect="1"/>
          </p:cNvPicPr>
          <p:nvPr/>
        </p:nvPicPr>
        <p:blipFill>
          <a:blip r:embed="rId2"/>
          <a:srcRect t="9506" r="-2" b="-2"/>
          <a:stretch>
            <a:fillRect/>
          </a:stretch>
        </p:blipFill>
        <p:spPr>
          <a:xfrm>
            <a:off x="163302" y="-141503"/>
            <a:ext cx="12028694" cy="6912105"/>
          </a:xfrm>
          <a:prstGeom prst="rect">
            <a:avLst/>
          </a:prstGeom>
          <a:noFill/>
          <a:ln cap="rnd">
            <a:noFill/>
          </a:ln>
        </p:spPr>
      </p:pic>
      <p:sp>
        <p:nvSpPr>
          <p:cNvPr id="3" name="Title 1">
            <a:extLst>
              <a:ext uri="{FF2B5EF4-FFF2-40B4-BE49-F238E27FC236}">
                <a16:creationId xmlns:a16="http://schemas.microsoft.com/office/drawing/2014/main" id="{224005A1-3672-3DC6-1BDC-AE4CC0331CB0}"/>
              </a:ext>
            </a:extLst>
          </p:cNvPr>
          <p:cNvSpPr txBox="1">
            <a:spLocks noGrp="1"/>
          </p:cNvSpPr>
          <p:nvPr>
            <p:ph type="ctrTitle"/>
          </p:nvPr>
        </p:nvSpPr>
        <p:spPr>
          <a:xfrm>
            <a:off x="7483120" y="87398"/>
            <a:ext cx="4545573" cy="2780544"/>
          </a:xfrm>
        </p:spPr>
        <p:txBody>
          <a:bodyPr/>
          <a:lstStyle/>
          <a:p>
            <a:pPr lvl="0"/>
            <a:r>
              <a:rPr lang="en-US" sz="4600">
                <a:solidFill>
                  <a:srgbClr val="000000"/>
                </a:solidFill>
                <a:highlight>
                  <a:srgbClr val="C0C0C0"/>
                </a:highlight>
                <a:latin typeface="Bernard MT Condensed" pitchFamily="18"/>
              </a:rPr>
              <a:t>Whiskey Sales Analysis For Iowa In 2014</a:t>
            </a:r>
          </a:p>
        </p:txBody>
      </p:sp>
      <p:sp>
        <p:nvSpPr>
          <p:cNvPr id="4" name="Subtitle 2">
            <a:extLst>
              <a:ext uri="{FF2B5EF4-FFF2-40B4-BE49-F238E27FC236}">
                <a16:creationId xmlns:a16="http://schemas.microsoft.com/office/drawing/2014/main" id="{37313D83-2B12-5B6F-B0A8-7CF7A2D3EB8C}"/>
              </a:ext>
            </a:extLst>
          </p:cNvPr>
          <p:cNvSpPr txBox="1">
            <a:spLocks noGrp="1"/>
          </p:cNvSpPr>
          <p:nvPr>
            <p:ph type="subTitle" idx="1"/>
          </p:nvPr>
        </p:nvSpPr>
        <p:spPr>
          <a:xfrm>
            <a:off x="8022616" y="5733288"/>
            <a:ext cx="3910303" cy="900034"/>
          </a:xfrm>
        </p:spPr>
        <p:txBody>
          <a:bodyPr anchorCtr="0"/>
          <a:lstStyle/>
          <a:p>
            <a:pPr lvl="0">
              <a:lnSpc>
                <a:spcPct val="90000"/>
              </a:lnSpc>
            </a:pPr>
            <a:r>
              <a:rPr lang="en-US">
                <a:solidFill>
                  <a:srgbClr val="000000"/>
                </a:solidFill>
                <a:highlight>
                  <a:srgbClr val="C0C0C0"/>
                </a:highlight>
              </a:rPr>
              <a:t>Created by: Antwaushea Sago</a:t>
            </a:r>
          </a:p>
          <a:p>
            <a:pPr lvl="0">
              <a:lnSpc>
                <a:spcPct val="90000"/>
              </a:lnSpc>
            </a:pPr>
            <a:r>
              <a:rPr lang="en-US">
                <a:solidFill>
                  <a:srgbClr val="000000"/>
                </a:solidFill>
                <a:highlight>
                  <a:srgbClr val="C0C0C0"/>
                </a:highlight>
              </a:rPr>
              <a:t>4/30/2026</a:t>
            </a:r>
          </a:p>
          <a:p>
            <a:pPr lvl="0" algn="l">
              <a:lnSpc>
                <a:spcPct val="90000"/>
              </a:lnSpc>
            </a:pPr>
            <a:endParaRPr lang="en-US">
              <a:highlight>
                <a:srgbClr val="C0C0C0"/>
              </a:highlight>
            </a:endParaRPr>
          </a:p>
          <a:p>
            <a:pPr lvl="0" algn="l">
              <a:lnSpc>
                <a:spcPct val="90000"/>
              </a:lnSpc>
            </a:pPr>
            <a:endParaRPr lang="en-US">
              <a:highlight>
                <a:srgbClr val="C0C0C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4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4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name="Slide3">
    <p:bg>
      <p:bgPr>
        <a:solidFill>
          <a:srgbClr val="212123"/>
        </a:solidFill>
        <a:effectLst/>
      </p:bgPr>
    </p:bg>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A6352D69-26C2-2B3E-BE1F-8E005AB26040}"/>
              </a:ext>
              <a:ext uri="{C183D7F6-B498-43B3-948B-1728B52AA6E4}">
                <adec:decorative xmlns:adec="http://schemas.microsoft.com/office/drawing/2017/decorative" val="1"/>
              </a:ext>
            </a:extLst>
          </p:cNvPr>
          <p:cNvSpPr>
            <a:spLocks noMove="1" noResize="1"/>
          </p:cNvSpPr>
          <p:nvPr/>
        </p:nvSpPr>
        <p:spPr>
          <a:xfrm>
            <a:off x="0" y="0"/>
            <a:ext cx="12191996" cy="6858000"/>
          </a:xfrm>
          <a:prstGeom prst="rect">
            <a:avLst/>
          </a:prstGeom>
          <a:solidFill>
            <a:srgbClr val="212123"/>
          </a:solidFill>
          <a:ln cap="rnd">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sto MT"/>
            </a:endParaRPr>
          </a:p>
        </p:txBody>
      </p:sp>
      <p:sp>
        <p:nvSpPr>
          <p:cNvPr id="3" name="Rectangle 10">
            <a:extLst>
              <a:ext uri="{FF2B5EF4-FFF2-40B4-BE49-F238E27FC236}">
                <a16:creationId xmlns:a16="http://schemas.microsoft.com/office/drawing/2014/main" id="{BC13FC71-2378-18E8-CB3C-C2EAD2A89C38}"/>
              </a:ext>
              <a:ext uri="{C183D7F6-B498-43B3-948B-1728B52AA6E4}">
                <adec:decorative xmlns:adec="http://schemas.microsoft.com/office/drawing/2017/decorative" val="1"/>
              </a:ext>
            </a:extLst>
          </p:cNvPr>
          <p:cNvSpPr>
            <a:spLocks noMove="1" noResize="1"/>
          </p:cNvSpPr>
          <p:nvPr/>
        </p:nvSpPr>
        <p:spPr>
          <a:xfrm>
            <a:off x="0" y="0"/>
            <a:ext cx="1438652" cy="6858000"/>
          </a:xfrm>
          <a:prstGeom prst="rect">
            <a:avLst/>
          </a:prstGeom>
          <a:solidFill>
            <a:srgbClr val="B79935"/>
          </a:solidFill>
          <a:ln cap="rnd">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D3BA68"/>
              </a:solidFill>
              <a:uFillTx/>
              <a:latin typeface="Calisto MT"/>
            </a:endParaRPr>
          </a:p>
        </p:txBody>
      </p:sp>
      <p:sp>
        <p:nvSpPr>
          <p:cNvPr id="4" name="Rectangle 12">
            <a:extLst>
              <a:ext uri="{FF2B5EF4-FFF2-40B4-BE49-F238E27FC236}">
                <a16:creationId xmlns:a16="http://schemas.microsoft.com/office/drawing/2014/main" id="{D6EE0B75-164D-64D7-9D3E-AA0722F5997D}"/>
              </a:ext>
              <a:ext uri="{C183D7F6-B498-43B3-948B-1728B52AA6E4}">
                <adec:decorative xmlns:adec="http://schemas.microsoft.com/office/drawing/2017/decorative" val="1"/>
              </a:ext>
            </a:extLst>
          </p:cNvPr>
          <p:cNvSpPr>
            <a:spLocks noMove="1" noResize="1"/>
          </p:cNvSpPr>
          <p:nvPr/>
        </p:nvSpPr>
        <p:spPr>
          <a:xfrm>
            <a:off x="1438652" y="0"/>
            <a:ext cx="3215643" cy="6858000"/>
          </a:xfrm>
          <a:prstGeom prst="rect">
            <a:avLst/>
          </a:prstGeom>
          <a:solidFill>
            <a:srgbClr val="57575C">
              <a:alpha val="70000"/>
            </a:srgbClr>
          </a:solidFill>
          <a:ln cap="rnd">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sto MT"/>
            </a:endParaRPr>
          </a:p>
        </p:txBody>
      </p:sp>
      <p:sp>
        <p:nvSpPr>
          <p:cNvPr id="5" name="TextBox 4">
            <a:extLst>
              <a:ext uri="{FF2B5EF4-FFF2-40B4-BE49-F238E27FC236}">
                <a16:creationId xmlns:a16="http://schemas.microsoft.com/office/drawing/2014/main" id="{4A357AD0-34E0-41BF-335F-46683325F68E}"/>
              </a:ext>
            </a:extLst>
          </p:cNvPr>
          <p:cNvSpPr txBox="1"/>
          <p:nvPr/>
        </p:nvSpPr>
        <p:spPr>
          <a:xfrm>
            <a:off x="2078732" y="1892807"/>
            <a:ext cx="8028431" cy="2677655"/>
          </a:xfrm>
          <a:prstGeom prst="rect">
            <a:avLst/>
          </a:prstGeom>
          <a:noFill/>
          <a:ln cap="rnd">
            <a:noFill/>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0" i="0" u="none" strike="noStrike" kern="1200" cap="none" spc="0" baseline="0" dirty="0">
                <a:solidFill>
                  <a:srgbClr val="FFFFFF"/>
                </a:solidFill>
                <a:uFillTx/>
                <a:latin typeface="Bookman Old Style" pitchFamily="18"/>
              </a:rPr>
              <a:t>I am a Data Analyst who works for the Iowa ABD this is a state agency  responsible for managing liquor distribution and sales across  Iowa. I have been given the task to analyze the Iowa liquor sales data with a focus on whiskey.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6">
    <p:bg>
      <p:bgPr>
        <a:blipFill>
          <a:blip r:embed="rId2"/>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871997-63EF-533C-0E5A-F6C305A2C815}"/>
              </a:ext>
            </a:extLst>
          </p:cNvPr>
          <p:cNvSpPr txBox="1"/>
          <p:nvPr/>
        </p:nvSpPr>
        <p:spPr>
          <a:xfrm>
            <a:off x="913796" y="609603"/>
            <a:ext cx="3078748" cy="970452"/>
          </a:xfrm>
          <a:prstGeom prst="rect">
            <a:avLst/>
          </a:prstGeom>
          <a:noFill/>
          <a:ln cap="rnd">
            <a:noFill/>
          </a:ln>
        </p:spPr>
        <p:txBody>
          <a:bodyPr vert="horz" wrap="square" lIns="91440" tIns="45720" rIns="91440" bIns="45720" anchor="b" anchorCtr="0" compatLnSpc="1">
            <a:normAutofit/>
          </a:bodyPr>
          <a:lstStyle/>
          <a:p>
            <a:pPr marL="0" marR="0" lvl="0" indent="0" algn="l" defTabSz="457200" rtl="0" fontAlgn="auto" hangingPunct="1">
              <a:lnSpc>
                <a:spcPct val="100000"/>
              </a:lnSpc>
              <a:spcBef>
                <a:spcPts val="0"/>
              </a:spcBef>
              <a:spcAft>
                <a:spcPts val="600"/>
              </a:spcAft>
              <a:buNone/>
              <a:tabLst/>
              <a:defRPr sz="1800" b="0" i="0" u="none" strike="noStrike" kern="0" cap="none" spc="0" baseline="0">
                <a:solidFill>
                  <a:srgbClr val="000000"/>
                </a:solidFill>
                <a:uFillTx/>
              </a:defRPr>
            </a:pPr>
            <a:r>
              <a:rPr lang="en-US" sz="2800" b="0" i="0" u="none" strike="noStrike" kern="1200" cap="none" spc="0" baseline="0">
                <a:solidFill>
                  <a:srgbClr val="DADADA"/>
                </a:solidFill>
                <a:effectLst>
                  <a:outerShdw dist="25403" dir="14639867">
                    <a:srgbClr val="000000"/>
                  </a:outerShdw>
                </a:effectLst>
                <a:uFillTx/>
                <a:latin typeface="Bookman Old Style" pitchFamily="18"/>
              </a:rPr>
              <a:t> STATS </a:t>
            </a:r>
          </a:p>
        </p:txBody>
      </p:sp>
      <p:sp>
        <p:nvSpPr>
          <p:cNvPr id="3" name="TextBox 3">
            <a:extLst>
              <a:ext uri="{FF2B5EF4-FFF2-40B4-BE49-F238E27FC236}">
                <a16:creationId xmlns:a16="http://schemas.microsoft.com/office/drawing/2014/main" id="{DA5942A5-9F1E-E6B2-E4FF-41C657E0E7B5}"/>
              </a:ext>
            </a:extLst>
          </p:cNvPr>
          <p:cNvSpPr txBox="1"/>
          <p:nvPr/>
        </p:nvSpPr>
        <p:spPr>
          <a:xfrm>
            <a:off x="913796" y="1732449"/>
            <a:ext cx="3078748" cy="4058747"/>
          </a:xfrm>
          <a:prstGeom prst="rect">
            <a:avLst/>
          </a:prstGeom>
          <a:noFill/>
          <a:ln cap="rnd">
            <a:noFill/>
          </a:ln>
        </p:spPr>
        <p:txBody>
          <a:bodyPr vert="horz" wrap="square" lIns="91440" tIns="45720" rIns="91440" bIns="45720" anchor="t" anchorCtr="0" compatLnSpc="1">
            <a:normAutofit/>
          </a:bodyPr>
          <a:lstStyle/>
          <a:p>
            <a:pPr marL="0" marR="0" lvl="0" indent="0" algn="l" defTabSz="457200" rtl="0" fontAlgn="auto" hangingPunct="1">
              <a:lnSpc>
                <a:spcPct val="100000"/>
              </a:lnSpc>
              <a:spcBef>
                <a:spcPts val="4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DADADA"/>
                </a:solidFill>
                <a:effectLst>
                  <a:outerShdw dist="25403" dir="14639867">
                    <a:srgbClr val="000000"/>
                  </a:outerShdw>
                </a:effectLst>
                <a:uFillTx/>
                <a:latin typeface="Calisto MT"/>
              </a:rPr>
              <a:t>State full population 3,046,352</a:t>
            </a:r>
          </a:p>
          <a:p>
            <a:pPr marL="0" marR="0" lvl="0" indent="0" algn="l" defTabSz="457200" rtl="0" fontAlgn="auto" hangingPunct="1">
              <a:lnSpc>
                <a:spcPct val="100000"/>
              </a:lnSpc>
              <a:spcBef>
                <a:spcPts val="4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DADADA"/>
                </a:solidFill>
                <a:effectLst>
                  <a:outerShdw dist="25403" dir="14639867">
                    <a:srgbClr val="000000"/>
                  </a:outerShdw>
                </a:effectLst>
                <a:uFillTx/>
                <a:latin typeface="Calisto MT"/>
              </a:rPr>
              <a:t>Total whiskey rev for state 19.3 million </a:t>
            </a:r>
          </a:p>
          <a:p>
            <a:pPr marL="0" marR="0" lvl="0" indent="0" algn="l" defTabSz="457200" rtl="0" fontAlgn="auto" hangingPunct="1">
              <a:lnSpc>
                <a:spcPct val="100000"/>
              </a:lnSpc>
              <a:spcBef>
                <a:spcPts val="4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DADADA"/>
                </a:solidFill>
                <a:effectLst>
                  <a:outerShdw dist="25403" dir="14639867">
                    <a:srgbClr val="000000"/>
                  </a:outerShdw>
                </a:effectLst>
                <a:uFillTx/>
                <a:latin typeface="Calisto MT"/>
              </a:rPr>
              <a:t>Bottle prices range from 3$ to 56 with the average price being 16.53$</a:t>
            </a:r>
          </a:p>
          <a:p>
            <a:pPr marL="0" marR="0" lvl="0" indent="0" algn="l" defTabSz="457200" rtl="0" fontAlgn="auto" hangingPunct="1">
              <a:lnSpc>
                <a:spcPct val="100000"/>
              </a:lnSpc>
              <a:spcBef>
                <a:spcPts val="4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DADADA"/>
                </a:solidFill>
                <a:effectLst>
                  <a:outerShdw dist="25403" dir="14639867">
                    <a:srgbClr val="000000"/>
                  </a:outerShdw>
                </a:effectLst>
                <a:uFillTx/>
                <a:latin typeface="Calisto MT"/>
              </a:rPr>
              <a:t>Whiskey sales make up about 14% of the states whole liquor sales</a:t>
            </a:r>
          </a:p>
        </p:txBody>
      </p:sp>
      <p:pic>
        <p:nvPicPr>
          <p:cNvPr id="4" name="Picture 15">
            <a:extLst>
              <a:ext uri="{FF2B5EF4-FFF2-40B4-BE49-F238E27FC236}">
                <a16:creationId xmlns:a16="http://schemas.microsoft.com/office/drawing/2014/main" id="{EC30C190-9D45-7DE4-3C19-16B0A0581E4B}"/>
              </a:ext>
              <a:ext uri="{C183D7F6-B498-43B3-948B-1728B52AA6E4}">
                <adec:decorative xmlns:adec="http://schemas.microsoft.com/office/drawing/2017/decorative" val="1"/>
              </a:ext>
            </a:extLst>
          </p:cNvPr>
          <p:cNvPicPr>
            <a:picLocks noMove="1" noResize="1"/>
          </p:cNvPicPr>
          <p:nvPr/>
        </p:nvPicPr>
        <p:blipFill>
          <a:blip r:embed="rId3"/>
          <a:srcRect t="964" r="2807" b="1446"/>
          <a:stretch>
            <a:fillRect/>
          </a:stretch>
        </p:blipFill>
        <p:spPr>
          <a:xfrm>
            <a:off x="4552953" y="0"/>
            <a:ext cx="7639053" cy="6858000"/>
          </a:xfrm>
          <a:prstGeom prst="rect">
            <a:avLst/>
          </a:prstGeom>
          <a:noFill/>
          <a:ln cap="rnd">
            <a:noFill/>
          </a:ln>
        </p:spPr>
      </p:pic>
      <p:pic>
        <p:nvPicPr>
          <p:cNvPr id="5" name="Picture 5">
            <a:extLst>
              <a:ext uri="{FF2B5EF4-FFF2-40B4-BE49-F238E27FC236}">
                <a16:creationId xmlns:a16="http://schemas.microsoft.com/office/drawing/2014/main" id="{68AAA7AF-53DC-EB34-7F05-010B50D749CC}"/>
              </a:ext>
            </a:extLst>
          </p:cNvPr>
          <p:cNvPicPr>
            <a:picLocks noChangeAspect="1"/>
          </p:cNvPicPr>
          <p:nvPr/>
        </p:nvPicPr>
        <p:blipFill>
          <a:blip r:embed="rId4"/>
          <a:srcRect l="9608" r="9606" b="-2"/>
          <a:stretch>
            <a:fillRect/>
          </a:stretch>
        </p:blipFill>
        <p:spPr>
          <a:xfrm>
            <a:off x="4654296" y="9"/>
            <a:ext cx="7537700" cy="6857990"/>
          </a:xfrm>
          <a:prstGeom prst="rect">
            <a:avLst/>
          </a:prstGeom>
          <a:noFill/>
          <a:ln cap="rnd">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7">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C446F5-2A18-3EC5-03AF-C3CE0FB4294B}"/>
              </a:ext>
            </a:extLst>
          </p:cNvPr>
          <p:cNvSpPr txBox="1"/>
          <p:nvPr/>
        </p:nvSpPr>
        <p:spPr>
          <a:xfrm>
            <a:off x="2732309" y="631374"/>
            <a:ext cx="4887687" cy="369335"/>
          </a:xfrm>
          <a:prstGeom prst="rect">
            <a:avLst/>
          </a:prstGeom>
          <a:noFill/>
          <a:ln cap="rnd">
            <a:noFill/>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FFFFFF"/>
                </a:solidFill>
                <a:uFillTx/>
                <a:latin typeface="Calisto MT"/>
              </a:rPr>
              <a:t> </a:t>
            </a:r>
          </a:p>
        </p:txBody>
      </p:sp>
      <p:sp>
        <p:nvSpPr>
          <p:cNvPr id="3" name="TextBox 3">
            <a:extLst>
              <a:ext uri="{FF2B5EF4-FFF2-40B4-BE49-F238E27FC236}">
                <a16:creationId xmlns:a16="http://schemas.microsoft.com/office/drawing/2014/main" id="{3A4F6689-7BC4-139D-2D80-96FF40083DAA}"/>
              </a:ext>
            </a:extLst>
          </p:cNvPr>
          <p:cNvSpPr txBox="1"/>
          <p:nvPr/>
        </p:nvSpPr>
        <p:spPr>
          <a:xfrm>
            <a:off x="283464" y="591159"/>
            <a:ext cx="4146301" cy="646334"/>
          </a:xfrm>
          <a:prstGeom prst="rect">
            <a:avLst/>
          </a:prstGeom>
          <a:noFill/>
          <a:ln cap="rnd">
            <a:noFill/>
          </a:ln>
        </p:spPr>
        <p:txBody>
          <a:bodyPr vert="horz" wrap="square" lIns="91440" tIns="45720" rIns="91440" bIns="45720" anchor="t" anchorCtr="1" compatLnSpc="1">
            <a:sp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000000"/>
                </a:solidFill>
                <a:highlight>
                  <a:srgbClr val="C0C0C0"/>
                </a:highlight>
                <a:uFillTx/>
                <a:latin typeface="Bookman Old Style" pitchFamily="18"/>
              </a:rPr>
              <a:t>Top 5 whiskey flavors bought in Q4 of 2014</a:t>
            </a:r>
          </a:p>
        </p:txBody>
      </p:sp>
      <p:graphicFrame>
        <p:nvGraphicFramePr>
          <p:cNvPr id="4" name="Chart 5">
            <a:extLst>
              <a:ext uri="{FF2B5EF4-FFF2-40B4-BE49-F238E27FC236}">
                <a16:creationId xmlns:a16="http://schemas.microsoft.com/office/drawing/2014/main" id="{58B6C28B-9C73-EA85-E533-0782EE6EAE44}"/>
              </a:ext>
            </a:extLst>
          </p:cNvPr>
          <p:cNvGraphicFramePr/>
          <p:nvPr/>
        </p:nvGraphicFramePr>
        <p:xfrm>
          <a:off x="4297680" y="816037"/>
          <a:ext cx="7813035" cy="4568763"/>
        </p:xfrm>
        <a:graphic>
          <a:graphicData uri="http://schemas.openxmlformats.org/drawingml/2006/chart">
            <c:chart xmlns:c="http://schemas.openxmlformats.org/drawingml/2006/chart" xmlns:r="http://schemas.openxmlformats.org/officeDocument/2006/relationships" r:id="rId2"/>
          </a:graphicData>
        </a:graphic>
      </p:graphicFrame>
      <p:pic>
        <p:nvPicPr>
          <p:cNvPr id="5" name="Picture 9">
            <a:extLst>
              <a:ext uri="{FF2B5EF4-FFF2-40B4-BE49-F238E27FC236}">
                <a16:creationId xmlns:a16="http://schemas.microsoft.com/office/drawing/2014/main" id="{5E28960C-B3F7-7E3F-80BE-86C59B387584}"/>
              </a:ext>
            </a:extLst>
          </p:cNvPr>
          <p:cNvPicPr>
            <a:picLocks noChangeAspect="1"/>
          </p:cNvPicPr>
          <p:nvPr/>
        </p:nvPicPr>
        <p:blipFill>
          <a:blip r:embed="rId3"/>
          <a:stretch>
            <a:fillRect/>
          </a:stretch>
        </p:blipFill>
        <p:spPr>
          <a:xfrm>
            <a:off x="491554" y="1456538"/>
            <a:ext cx="3534027" cy="4432599"/>
          </a:xfrm>
          <a:prstGeom prst="rect">
            <a:avLst/>
          </a:prstGeom>
          <a:noFill/>
          <a:ln cap="rnd">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BBEA6-5AE2-1964-AD4F-EE998BD8DD0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425739F-C893-F80A-BA1A-A7624F585F0C}"/>
              </a:ext>
            </a:extLst>
          </p:cNvPr>
          <p:cNvSpPr txBox="1"/>
          <p:nvPr/>
        </p:nvSpPr>
        <p:spPr>
          <a:xfrm>
            <a:off x="2732309" y="631374"/>
            <a:ext cx="4887687" cy="369335"/>
          </a:xfrm>
          <a:prstGeom prst="rect">
            <a:avLst/>
          </a:prstGeom>
          <a:noFill/>
          <a:ln cap="rnd">
            <a:noFill/>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FFFFFF"/>
                </a:solidFill>
                <a:uFillTx/>
                <a:latin typeface="Calisto MT"/>
              </a:rPr>
              <a:t> </a:t>
            </a:r>
          </a:p>
        </p:txBody>
      </p:sp>
      <p:sp>
        <p:nvSpPr>
          <p:cNvPr id="3" name="TextBox 3">
            <a:extLst>
              <a:ext uri="{FF2B5EF4-FFF2-40B4-BE49-F238E27FC236}">
                <a16:creationId xmlns:a16="http://schemas.microsoft.com/office/drawing/2014/main" id="{636D9B28-C154-F07B-F4AA-B37F99015B2A}"/>
              </a:ext>
            </a:extLst>
          </p:cNvPr>
          <p:cNvSpPr txBox="1"/>
          <p:nvPr/>
        </p:nvSpPr>
        <p:spPr>
          <a:xfrm>
            <a:off x="3473695" y="631374"/>
            <a:ext cx="4146301" cy="369332"/>
          </a:xfrm>
          <a:prstGeom prst="rect">
            <a:avLst/>
          </a:prstGeom>
          <a:noFill/>
          <a:ln cap="rnd">
            <a:noFill/>
          </a:ln>
        </p:spPr>
        <p:txBody>
          <a:bodyPr vert="horz" wrap="square" lIns="91440" tIns="45720" rIns="91440" bIns="45720" anchor="t" anchorCtr="1" compatLnSpc="1">
            <a:sp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dirty="0">
                <a:solidFill>
                  <a:srgbClr val="000000"/>
                </a:solidFill>
                <a:highlight>
                  <a:srgbClr val="C0C0C0"/>
                </a:highlight>
                <a:uFillTx/>
                <a:latin typeface="Bookman Old Style" pitchFamily="18"/>
              </a:rPr>
              <a:t>Top 2 </a:t>
            </a:r>
            <a:r>
              <a:rPr lang="en-US" dirty="0">
                <a:solidFill>
                  <a:srgbClr val="000000"/>
                </a:solidFill>
                <a:highlight>
                  <a:srgbClr val="C0C0C0"/>
                </a:highlight>
                <a:latin typeface="Bookman Old Style" pitchFamily="18"/>
              </a:rPr>
              <a:t>S</a:t>
            </a:r>
            <a:r>
              <a:rPr lang="en-US" sz="1800" b="0" i="0" u="none" strike="noStrike" kern="1200" cap="none" spc="0" baseline="0" dirty="0">
                <a:solidFill>
                  <a:srgbClr val="000000"/>
                </a:solidFill>
                <a:highlight>
                  <a:srgbClr val="C0C0C0"/>
                </a:highlight>
                <a:uFillTx/>
                <a:latin typeface="Bookman Old Style" pitchFamily="18"/>
              </a:rPr>
              <a:t>old </a:t>
            </a:r>
            <a:r>
              <a:rPr lang="en-US" dirty="0">
                <a:solidFill>
                  <a:srgbClr val="000000"/>
                </a:solidFill>
                <a:highlight>
                  <a:srgbClr val="C0C0C0"/>
                </a:highlight>
                <a:latin typeface="Bookman Old Style" pitchFamily="18"/>
              </a:rPr>
              <a:t>P</a:t>
            </a:r>
            <a:r>
              <a:rPr lang="en-US" sz="1800" b="0" i="0" u="none" strike="noStrike" kern="1200" cap="none" spc="0" baseline="0" dirty="0">
                <a:solidFill>
                  <a:srgbClr val="000000"/>
                </a:solidFill>
                <a:highlight>
                  <a:srgbClr val="C0C0C0"/>
                </a:highlight>
                <a:uFillTx/>
                <a:latin typeface="Bookman Old Style" pitchFamily="18"/>
              </a:rPr>
              <a:t>roducts </a:t>
            </a:r>
          </a:p>
        </p:txBody>
      </p:sp>
      <p:graphicFrame>
        <p:nvGraphicFramePr>
          <p:cNvPr id="6" name="Chart 5">
            <a:extLst>
              <a:ext uri="{FF2B5EF4-FFF2-40B4-BE49-F238E27FC236}">
                <a16:creationId xmlns:a16="http://schemas.microsoft.com/office/drawing/2014/main" id="{1A78E57F-2022-F196-977A-D19133F2B600}"/>
              </a:ext>
            </a:extLst>
          </p:cNvPr>
          <p:cNvGraphicFramePr>
            <a:graphicFrameLocks/>
          </p:cNvGraphicFramePr>
          <p:nvPr>
            <p:extLst>
              <p:ext uri="{D42A27DB-BD31-4B8C-83A1-F6EECF244321}">
                <p14:modId xmlns:p14="http://schemas.microsoft.com/office/powerpoint/2010/main" val="552238235"/>
              </p:ext>
            </p:extLst>
          </p:nvPr>
        </p:nvGraphicFramePr>
        <p:xfrm>
          <a:off x="2336800" y="1412241"/>
          <a:ext cx="7528560" cy="478536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08075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EB078A5A-4D80-F8B5-C98D-EC5178E22D4A}"/>
              </a:ext>
            </a:extLst>
          </p:cNvPr>
          <p:cNvGraphicFramePr>
            <a:graphicFrameLocks/>
          </p:cNvGraphicFramePr>
          <p:nvPr>
            <p:extLst>
              <p:ext uri="{D42A27DB-BD31-4B8C-83A1-F6EECF244321}">
                <p14:modId xmlns:p14="http://schemas.microsoft.com/office/powerpoint/2010/main" val="2922775178"/>
              </p:ext>
            </p:extLst>
          </p:nvPr>
        </p:nvGraphicFramePr>
        <p:xfrm>
          <a:off x="1670304" y="2286000"/>
          <a:ext cx="6934200" cy="3456432"/>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D364BAA9-AE16-9795-7271-2DA86E4B4EDC}"/>
              </a:ext>
            </a:extLst>
          </p:cNvPr>
          <p:cNvSpPr txBox="1"/>
          <p:nvPr/>
        </p:nvSpPr>
        <p:spPr>
          <a:xfrm>
            <a:off x="3017520" y="653903"/>
            <a:ext cx="5495544"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Top Selling Counties</a:t>
            </a:r>
          </a:p>
        </p:txBody>
      </p:sp>
    </p:spTree>
    <p:extLst>
      <p:ext uri="{BB962C8B-B14F-4D97-AF65-F5344CB8AC3E}">
        <p14:creationId xmlns:p14="http://schemas.microsoft.com/office/powerpoint/2010/main" val="3674382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9">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C84DEC2E-550A-98DB-7EFE-D6DEEF2790CE}"/>
              </a:ext>
            </a:extLst>
          </p:cNvPr>
          <p:cNvSpPr txBox="1"/>
          <p:nvPr/>
        </p:nvSpPr>
        <p:spPr>
          <a:xfrm>
            <a:off x="404219" y="398413"/>
            <a:ext cx="4463140" cy="461662"/>
          </a:xfrm>
          <a:prstGeom prst="rect">
            <a:avLst/>
          </a:prstGeom>
          <a:noFill/>
          <a:ln cap="rnd">
            <a:noFill/>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0" i="0" u="none" strike="noStrike" kern="1200" cap="none" spc="0" baseline="0">
                <a:solidFill>
                  <a:srgbClr val="FFFFFF"/>
                </a:solidFill>
                <a:uFillTx/>
                <a:latin typeface="Bookman Old Style" pitchFamily="18"/>
              </a:rPr>
              <a:t>Lowest selling vendors </a:t>
            </a:r>
          </a:p>
        </p:txBody>
      </p:sp>
      <p:graphicFrame>
        <p:nvGraphicFramePr>
          <p:cNvPr id="3" name="Chart 1">
            <a:extLst>
              <a:ext uri="{FF2B5EF4-FFF2-40B4-BE49-F238E27FC236}">
                <a16:creationId xmlns:a16="http://schemas.microsoft.com/office/drawing/2014/main" id="{085D3C03-1DB8-55C6-D62B-C28B20475C36}"/>
              </a:ext>
            </a:extLst>
          </p:cNvPr>
          <p:cNvGraphicFramePr/>
          <p:nvPr/>
        </p:nvGraphicFramePr>
        <p:xfrm>
          <a:off x="5303520" y="0"/>
          <a:ext cx="6888476" cy="3675741"/>
        </p:xfrm>
        <a:graphic>
          <a:graphicData uri="http://schemas.openxmlformats.org/drawingml/2006/chart">
            <c:chart xmlns:c="http://schemas.openxmlformats.org/drawingml/2006/chart" xmlns:r="http://schemas.openxmlformats.org/officeDocument/2006/relationships" r:id="rId2"/>
          </a:graphicData>
        </a:graphic>
      </p:graphicFrame>
      <p:pic>
        <p:nvPicPr>
          <p:cNvPr id="4" name="Picture 4">
            <a:extLst>
              <a:ext uri="{FF2B5EF4-FFF2-40B4-BE49-F238E27FC236}">
                <a16:creationId xmlns:a16="http://schemas.microsoft.com/office/drawing/2014/main" id="{7C1AF503-ACE4-BA55-A79F-A13E7B8D0A64}"/>
              </a:ext>
            </a:extLst>
          </p:cNvPr>
          <p:cNvPicPr>
            <a:picLocks noChangeAspect="1"/>
          </p:cNvPicPr>
          <p:nvPr/>
        </p:nvPicPr>
        <p:blipFill>
          <a:blip r:embed="rId3"/>
          <a:stretch>
            <a:fillRect/>
          </a:stretch>
        </p:blipFill>
        <p:spPr>
          <a:xfrm>
            <a:off x="-40645" y="3695465"/>
            <a:ext cx="12232642" cy="3162534"/>
          </a:xfrm>
          <a:prstGeom prst="rect">
            <a:avLst/>
          </a:prstGeom>
          <a:noFill/>
          <a:ln cap="rnd">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F7563-05C8-98C4-2F95-CC4FFF256271}"/>
            </a:ext>
          </a:extLst>
        </p:cNvPr>
        <p:cNvGrpSpPr/>
        <p:nvPr/>
      </p:nvGrpSpPr>
      <p:grpSpPr>
        <a:xfrm>
          <a:off x="0" y="0"/>
          <a:ext cx="0" cy="0"/>
          <a:chOff x="0" y="0"/>
          <a:chExt cx="0" cy="0"/>
        </a:xfrm>
      </p:grpSpPr>
      <p:sp>
        <p:nvSpPr>
          <p:cNvPr id="2" name="TextBox 3">
            <a:extLst>
              <a:ext uri="{FF2B5EF4-FFF2-40B4-BE49-F238E27FC236}">
                <a16:creationId xmlns:a16="http://schemas.microsoft.com/office/drawing/2014/main" id="{5ABC0300-99AF-B896-373B-2EEE6CCEDC90}"/>
              </a:ext>
            </a:extLst>
          </p:cNvPr>
          <p:cNvSpPr txBox="1"/>
          <p:nvPr/>
        </p:nvSpPr>
        <p:spPr>
          <a:xfrm>
            <a:off x="404219" y="398413"/>
            <a:ext cx="4463140" cy="461662"/>
          </a:xfrm>
          <a:prstGeom prst="rect">
            <a:avLst/>
          </a:prstGeom>
          <a:noFill/>
          <a:ln cap="rnd">
            <a:noFill/>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0" i="0" u="none" strike="noStrike" kern="1200" cap="none" spc="0" baseline="0" dirty="0">
                <a:solidFill>
                  <a:srgbClr val="FFFFFF"/>
                </a:solidFill>
                <a:uFillTx/>
                <a:latin typeface="Bookman Old Style" pitchFamily="18"/>
              </a:rPr>
              <a:t>Lowest </a:t>
            </a:r>
            <a:r>
              <a:rPr lang="en-US" sz="2400" dirty="0">
                <a:solidFill>
                  <a:srgbClr val="FFFFFF"/>
                </a:solidFill>
                <a:latin typeface="Bookman Old Style" pitchFamily="18"/>
              </a:rPr>
              <a:t>Bought Products</a:t>
            </a:r>
            <a:endParaRPr lang="en-US" sz="2400" b="0" i="0" u="none" strike="noStrike" kern="1200" cap="none" spc="0" baseline="0" dirty="0">
              <a:solidFill>
                <a:srgbClr val="FFFFFF"/>
              </a:solidFill>
              <a:uFillTx/>
              <a:latin typeface="Bookman Old Style" pitchFamily="18"/>
            </a:endParaRPr>
          </a:p>
        </p:txBody>
      </p:sp>
      <p:graphicFrame>
        <p:nvGraphicFramePr>
          <p:cNvPr id="9" name="Chart 8">
            <a:extLst>
              <a:ext uri="{FF2B5EF4-FFF2-40B4-BE49-F238E27FC236}">
                <a16:creationId xmlns:a16="http://schemas.microsoft.com/office/drawing/2014/main" id="{C914938B-BB89-152E-7E6B-0B62D28F8E06}"/>
              </a:ext>
            </a:extLst>
          </p:cNvPr>
          <p:cNvGraphicFramePr>
            <a:graphicFrameLocks/>
          </p:cNvGraphicFramePr>
          <p:nvPr>
            <p:extLst>
              <p:ext uri="{D42A27DB-BD31-4B8C-83A1-F6EECF244321}">
                <p14:modId xmlns:p14="http://schemas.microsoft.com/office/powerpoint/2010/main" val="1106282050"/>
              </p:ext>
            </p:extLst>
          </p:nvPr>
        </p:nvGraphicFramePr>
        <p:xfrm>
          <a:off x="3393440" y="1808480"/>
          <a:ext cx="7406640" cy="417576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65582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8">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9C9E7D57-18FA-D0A5-A0CA-968E70DBE44F}"/>
              </a:ext>
            </a:extLst>
          </p:cNvPr>
          <p:cNvPicPr>
            <a:picLocks noChangeAspect="1"/>
          </p:cNvPicPr>
          <p:nvPr/>
        </p:nvPicPr>
        <p:blipFill>
          <a:blip r:embed="rId3"/>
          <a:stretch>
            <a:fillRect/>
          </a:stretch>
        </p:blipFill>
        <p:spPr>
          <a:xfrm>
            <a:off x="7619996" y="3429000"/>
            <a:ext cx="4572000" cy="3429000"/>
          </a:xfrm>
          <a:prstGeom prst="rect">
            <a:avLst/>
          </a:prstGeom>
          <a:noFill/>
          <a:ln cap="rnd">
            <a:noFill/>
          </a:ln>
        </p:spPr>
      </p:pic>
      <p:sp>
        <p:nvSpPr>
          <p:cNvPr id="3" name="TextBox 1">
            <a:extLst>
              <a:ext uri="{FF2B5EF4-FFF2-40B4-BE49-F238E27FC236}">
                <a16:creationId xmlns:a16="http://schemas.microsoft.com/office/drawing/2014/main" id="{09D74FD9-238A-6C2C-1305-47205B4DA710}"/>
              </a:ext>
            </a:extLst>
          </p:cNvPr>
          <p:cNvSpPr txBox="1"/>
          <p:nvPr/>
        </p:nvSpPr>
        <p:spPr>
          <a:xfrm>
            <a:off x="1452149" y="519607"/>
            <a:ext cx="4887687" cy="1015660"/>
          </a:xfrm>
          <a:prstGeom prst="rect">
            <a:avLst/>
          </a:prstGeom>
          <a:noFill/>
          <a:ln cap="rnd">
            <a:noFill/>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0" i="0" u="none" strike="noStrike" kern="1200" cap="none" spc="0" baseline="0">
                <a:solidFill>
                  <a:srgbClr val="FFFFFF"/>
                </a:solidFill>
                <a:uFillTx/>
                <a:latin typeface="Bookman Old Style" pitchFamily="18"/>
              </a:rPr>
              <a:t>Top 4 Spiced Whiskies Sold</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sto MT"/>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sto MT"/>
            </a:endParaRPr>
          </a:p>
        </p:txBody>
      </p:sp>
      <p:graphicFrame>
        <p:nvGraphicFramePr>
          <p:cNvPr id="4" name="Chart 4">
            <a:extLst>
              <a:ext uri="{FF2B5EF4-FFF2-40B4-BE49-F238E27FC236}">
                <a16:creationId xmlns:a16="http://schemas.microsoft.com/office/drawing/2014/main" id="{7E84E365-8538-9B3E-3C3F-28F322B9A1B4}"/>
              </a:ext>
            </a:extLst>
          </p:cNvPr>
          <p:cNvGraphicFramePr/>
          <p:nvPr/>
        </p:nvGraphicFramePr>
        <p:xfrm>
          <a:off x="0" y="2479038"/>
          <a:ext cx="7619996" cy="4378961"/>
        </p:xfrm>
        <a:graphic>
          <a:graphicData uri="http://schemas.openxmlformats.org/drawingml/2006/chart">
            <c:chart xmlns:c="http://schemas.openxmlformats.org/drawingml/2006/chart" xmlns:r="http://schemas.openxmlformats.org/officeDocument/2006/relationships" r:id="rId4"/>
          </a:graphicData>
        </a:graphic>
      </p:graphicFrame>
      <p:pic>
        <p:nvPicPr>
          <p:cNvPr id="5" name="Picture 12">
            <a:extLst>
              <a:ext uri="{FF2B5EF4-FFF2-40B4-BE49-F238E27FC236}">
                <a16:creationId xmlns:a16="http://schemas.microsoft.com/office/drawing/2014/main" id="{442F2C40-4F42-4B3B-6CF2-DDB3F32DFC0F}"/>
              </a:ext>
            </a:extLst>
          </p:cNvPr>
          <p:cNvPicPr>
            <a:picLocks noChangeAspect="1"/>
          </p:cNvPicPr>
          <p:nvPr/>
        </p:nvPicPr>
        <p:blipFill>
          <a:blip r:embed="rId5"/>
          <a:stretch>
            <a:fillRect/>
          </a:stretch>
        </p:blipFill>
        <p:spPr>
          <a:xfrm>
            <a:off x="7619996" y="-5084"/>
            <a:ext cx="4572000" cy="3429000"/>
          </a:xfrm>
          <a:prstGeom prst="rect">
            <a:avLst/>
          </a:prstGeom>
          <a:noFill/>
          <a:ln cap="rnd">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4">
    <p:spTree>
      <p:nvGrpSpPr>
        <p:cNvPr id="1" name=""/>
        <p:cNvGrpSpPr/>
        <p:nvPr/>
      </p:nvGrpSpPr>
      <p:grpSpPr>
        <a:xfrm>
          <a:off x="0" y="0"/>
          <a:ext cx="0" cy="0"/>
          <a:chOff x="0" y="0"/>
          <a:chExt cx="0" cy="0"/>
        </a:xfrm>
      </p:grpSpPr>
      <p:sp>
        <p:nvSpPr>
          <p:cNvPr id="2" name="TextBox 7">
            <a:extLst>
              <a:ext uri="{FF2B5EF4-FFF2-40B4-BE49-F238E27FC236}">
                <a16:creationId xmlns:a16="http://schemas.microsoft.com/office/drawing/2014/main" id="{43C62B76-19B0-93D1-4B20-F6D90EFE94AF}"/>
              </a:ext>
            </a:extLst>
          </p:cNvPr>
          <p:cNvSpPr txBox="1"/>
          <p:nvPr/>
        </p:nvSpPr>
        <p:spPr>
          <a:xfrm>
            <a:off x="3454402" y="660397"/>
            <a:ext cx="4084323" cy="830997"/>
          </a:xfrm>
          <a:prstGeom prst="rect">
            <a:avLst/>
          </a:prstGeom>
          <a:noFill/>
          <a:ln cap="rnd">
            <a:noFill/>
          </a:ln>
        </p:spPr>
        <p:txBody>
          <a:bodyPr vert="horz" wrap="square" lIns="91440" tIns="45720" rIns="91440" bIns="45720" anchor="t" anchorCtr="1" compatLnSpc="1">
            <a:sp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0" i="0" u="none" strike="noStrike" kern="1200" cap="none" spc="0" baseline="0">
                <a:solidFill>
                  <a:srgbClr val="FFFFFF"/>
                </a:solidFill>
                <a:uFillTx/>
                <a:latin typeface="Bookman Old Style" pitchFamily="18"/>
              </a:rPr>
              <a:t>Top 5 Selling stores Vs Bottom 5</a:t>
            </a:r>
          </a:p>
        </p:txBody>
      </p:sp>
      <p:graphicFrame>
        <p:nvGraphicFramePr>
          <p:cNvPr id="3" name="Chart 8">
            <a:extLst>
              <a:ext uri="{FF2B5EF4-FFF2-40B4-BE49-F238E27FC236}">
                <a16:creationId xmlns:a16="http://schemas.microsoft.com/office/drawing/2014/main" id="{4E1C4D46-2DAB-99D8-5382-E47281E18327}"/>
              </a:ext>
            </a:extLst>
          </p:cNvPr>
          <p:cNvGraphicFramePr/>
          <p:nvPr/>
        </p:nvGraphicFramePr>
        <p:xfrm>
          <a:off x="4297680" y="2238615"/>
          <a:ext cx="7733373" cy="4140202"/>
        </p:xfrm>
        <a:graphic>
          <a:graphicData uri="http://schemas.openxmlformats.org/drawingml/2006/chart">
            <c:chart xmlns:c="http://schemas.openxmlformats.org/drawingml/2006/chart" xmlns:r="http://schemas.openxmlformats.org/officeDocument/2006/relationships" r:id="rId2"/>
          </a:graphicData>
        </a:graphic>
      </p:graphicFrame>
      <p:pic>
        <p:nvPicPr>
          <p:cNvPr id="4" name="Picture 12">
            <a:extLst>
              <a:ext uri="{FF2B5EF4-FFF2-40B4-BE49-F238E27FC236}">
                <a16:creationId xmlns:a16="http://schemas.microsoft.com/office/drawing/2014/main" id="{88E39DE3-3B9C-36F6-3D7A-DA811733497F}"/>
              </a:ext>
            </a:extLst>
          </p:cNvPr>
          <p:cNvPicPr>
            <a:picLocks noChangeAspect="1"/>
          </p:cNvPicPr>
          <p:nvPr/>
        </p:nvPicPr>
        <p:blipFill>
          <a:blip r:embed="rId3"/>
          <a:stretch>
            <a:fillRect/>
          </a:stretch>
        </p:blipFill>
        <p:spPr>
          <a:xfrm>
            <a:off x="436882" y="2431810"/>
            <a:ext cx="3586477" cy="3765791"/>
          </a:xfrm>
          <a:prstGeom prst="rect">
            <a:avLst/>
          </a:prstGeom>
          <a:noFill/>
          <a:ln cap="rnd">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11">
    <p:bg>
      <p:bgPr>
        <a:solidFill>
          <a:srgbClr val="212123"/>
        </a:solidFill>
        <a:effectLst/>
      </p:bgPr>
    </p:bg>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B8C7FEE3-8B91-7CA5-3B7A-7CEB6C0A7FA5}"/>
              </a:ext>
              <a:ext uri="{C183D7F6-B498-43B3-948B-1728B52AA6E4}">
                <adec:decorative xmlns:adec="http://schemas.microsoft.com/office/drawing/2017/decorative" val="1"/>
              </a:ext>
            </a:extLst>
          </p:cNvPr>
          <p:cNvSpPr>
            <a:spLocks noMove="1" noResize="1"/>
          </p:cNvSpPr>
          <p:nvPr/>
        </p:nvSpPr>
        <p:spPr>
          <a:xfrm>
            <a:off x="0" y="0"/>
            <a:ext cx="12191996" cy="6858000"/>
          </a:xfrm>
          <a:prstGeom prst="rect">
            <a:avLst/>
          </a:prstGeom>
          <a:solidFill>
            <a:srgbClr val="212123"/>
          </a:solidFill>
          <a:ln cap="rnd">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sto MT"/>
            </a:endParaRPr>
          </a:p>
        </p:txBody>
      </p:sp>
      <p:sp>
        <p:nvSpPr>
          <p:cNvPr id="3" name="Rectangle 10">
            <a:extLst>
              <a:ext uri="{FF2B5EF4-FFF2-40B4-BE49-F238E27FC236}">
                <a16:creationId xmlns:a16="http://schemas.microsoft.com/office/drawing/2014/main" id="{972BD914-0E39-C87B-E13D-6858D4D89472}"/>
              </a:ext>
              <a:ext uri="{C183D7F6-B498-43B3-948B-1728B52AA6E4}">
                <adec:decorative xmlns:adec="http://schemas.microsoft.com/office/drawing/2017/decorative" val="1"/>
              </a:ext>
            </a:extLst>
          </p:cNvPr>
          <p:cNvSpPr>
            <a:spLocks noMove="1" noResize="1"/>
          </p:cNvSpPr>
          <p:nvPr/>
        </p:nvSpPr>
        <p:spPr>
          <a:xfrm>
            <a:off x="0" y="0"/>
            <a:ext cx="1438652" cy="6858000"/>
          </a:xfrm>
          <a:prstGeom prst="rect">
            <a:avLst/>
          </a:prstGeom>
          <a:solidFill>
            <a:srgbClr val="B79935"/>
          </a:solidFill>
          <a:ln cap="rnd">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D3BA68"/>
              </a:solidFill>
              <a:uFillTx/>
              <a:latin typeface="Calisto MT"/>
            </a:endParaRPr>
          </a:p>
        </p:txBody>
      </p:sp>
      <p:sp>
        <p:nvSpPr>
          <p:cNvPr id="4" name="Rectangle 12">
            <a:extLst>
              <a:ext uri="{FF2B5EF4-FFF2-40B4-BE49-F238E27FC236}">
                <a16:creationId xmlns:a16="http://schemas.microsoft.com/office/drawing/2014/main" id="{C8B5CC25-1215-3208-49FA-6AC0B3431702}"/>
              </a:ext>
              <a:ext uri="{C183D7F6-B498-43B3-948B-1728B52AA6E4}">
                <adec:decorative xmlns:adec="http://schemas.microsoft.com/office/drawing/2017/decorative" val="1"/>
              </a:ext>
            </a:extLst>
          </p:cNvPr>
          <p:cNvSpPr>
            <a:spLocks noMove="1" noResize="1"/>
          </p:cNvSpPr>
          <p:nvPr/>
        </p:nvSpPr>
        <p:spPr>
          <a:xfrm>
            <a:off x="1438652" y="0"/>
            <a:ext cx="3215643" cy="6858000"/>
          </a:xfrm>
          <a:prstGeom prst="rect">
            <a:avLst/>
          </a:prstGeom>
          <a:solidFill>
            <a:srgbClr val="57575C">
              <a:alpha val="70000"/>
            </a:srgbClr>
          </a:solidFill>
          <a:ln cap="rnd">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sto MT"/>
            </a:endParaRPr>
          </a:p>
        </p:txBody>
      </p:sp>
      <p:sp>
        <p:nvSpPr>
          <p:cNvPr id="5" name="TextBox 4">
            <a:extLst>
              <a:ext uri="{FF2B5EF4-FFF2-40B4-BE49-F238E27FC236}">
                <a16:creationId xmlns:a16="http://schemas.microsoft.com/office/drawing/2014/main" id="{86D4626E-A2AD-BAE1-8647-ADC54184B5BC}"/>
              </a:ext>
            </a:extLst>
          </p:cNvPr>
          <p:cNvSpPr txBox="1"/>
          <p:nvPr/>
        </p:nvSpPr>
        <p:spPr>
          <a:xfrm>
            <a:off x="1438652" y="1801368"/>
            <a:ext cx="9886191" cy="4401208"/>
          </a:xfrm>
          <a:prstGeom prst="rect">
            <a:avLst/>
          </a:prstGeom>
          <a:noFill/>
          <a:ln cap="rnd">
            <a:noFill/>
          </a:ln>
        </p:spPr>
        <p:txBody>
          <a:bodyPr vert="horz" wrap="square" lIns="91440" tIns="45720" rIns="91440" bIns="45720" anchor="t" anchorCtr="1" compatLnSpc="1">
            <a:sp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0" i="0" u="none" strike="noStrike" kern="1200" cap="none" spc="0" baseline="0">
                <a:solidFill>
                  <a:srgbClr val="FFFFFF"/>
                </a:solidFill>
                <a:uFillTx/>
                <a:latin typeface="Calisto MT"/>
              </a:rPr>
              <a:t>Overall, this analysis highlights both strong growth areas and weaker points in the Iowa whiskey market. Based on these findings I recommend  the expansion of flavor whiskey offerings building on the success of products like Fireball Cinnamon Whiskey and offering more spiced options with greater promotion during seasonal sales times. Also taking a closer look at vendor partnerships by focusing on higher performing brands and maybe reassessing the lower performing vendors. Possibly improve or reduce inventory based on lower selling brands and focus more on demand patterns for each county. </a:t>
            </a:r>
          </a:p>
        </p:txBody>
      </p:sp>
      <p:sp>
        <p:nvSpPr>
          <p:cNvPr id="6" name="TextBox 1">
            <a:extLst>
              <a:ext uri="{FF2B5EF4-FFF2-40B4-BE49-F238E27FC236}">
                <a16:creationId xmlns:a16="http://schemas.microsoft.com/office/drawing/2014/main" id="{FCF49D78-E7B8-8A0E-3F7B-29E7ABEDC92A}"/>
              </a:ext>
            </a:extLst>
          </p:cNvPr>
          <p:cNvSpPr txBox="1"/>
          <p:nvPr/>
        </p:nvSpPr>
        <p:spPr>
          <a:xfrm>
            <a:off x="2976884" y="965204"/>
            <a:ext cx="7091684" cy="646334"/>
          </a:xfrm>
          <a:prstGeom prst="rect">
            <a:avLst/>
          </a:prstGeom>
          <a:noFill/>
          <a:ln cap="rnd">
            <a:noFill/>
          </a:ln>
        </p:spPr>
        <p:txBody>
          <a:bodyPr vert="horz" wrap="square" lIns="91440" tIns="45720" rIns="91440" bIns="45720" anchor="t" anchorCtr="1" compatLnSpc="1">
            <a:sp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0" i="0" u="none" strike="noStrike" kern="1200" cap="none" spc="0" baseline="0">
                <a:solidFill>
                  <a:srgbClr val="FFFFFF"/>
                </a:solidFill>
                <a:uFillTx/>
                <a:latin typeface="Bookman Old Style" pitchFamily="18"/>
              </a:rPr>
              <a:t>Summary/Recommendations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10">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BEF00F-D61A-0A98-A2F1-5B0C9F1D22ED}"/>
              </a:ext>
            </a:extLst>
          </p:cNvPr>
          <p:cNvSpPr txBox="1"/>
          <p:nvPr/>
        </p:nvSpPr>
        <p:spPr>
          <a:xfrm>
            <a:off x="1889763" y="914400"/>
            <a:ext cx="8412480" cy="1323438"/>
          </a:xfrm>
          <a:prstGeom prst="rect">
            <a:avLst/>
          </a:prstGeom>
          <a:noFill/>
          <a:ln cap="rnd">
            <a:noFill/>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0" b="0" i="0" u="none" strike="noStrike" kern="1200" cap="none" spc="0" baseline="0">
                <a:solidFill>
                  <a:srgbClr val="FFFFFF"/>
                </a:solidFill>
                <a:uFillTx/>
                <a:latin typeface="Calisto MT"/>
              </a:rPr>
              <a:t>THANK YOU !</a:t>
            </a:r>
          </a:p>
        </p:txBody>
      </p:sp>
      <p:pic>
        <p:nvPicPr>
          <p:cNvPr id="3" name="Picture 3">
            <a:extLst>
              <a:ext uri="{FF2B5EF4-FFF2-40B4-BE49-F238E27FC236}">
                <a16:creationId xmlns:a16="http://schemas.microsoft.com/office/drawing/2014/main" id="{439A64C8-60E8-081E-969F-D12560119BC5}"/>
              </a:ext>
            </a:extLst>
          </p:cNvPr>
          <p:cNvPicPr>
            <a:picLocks noChangeAspect="1"/>
          </p:cNvPicPr>
          <p:nvPr/>
        </p:nvPicPr>
        <p:blipFill>
          <a:blip r:embed="rId2"/>
          <a:stretch>
            <a:fillRect/>
          </a:stretch>
        </p:blipFill>
        <p:spPr>
          <a:xfrm>
            <a:off x="4216398" y="2359755"/>
            <a:ext cx="6959598" cy="4203597"/>
          </a:xfrm>
          <a:prstGeom prst="rect">
            <a:avLst/>
          </a:prstGeom>
          <a:noFill/>
          <a:ln cap="rnd">
            <a:noFill/>
          </a:ln>
        </p:spPr>
      </p:pic>
    </p:spTree>
  </p:cSld>
  <p:clrMapOvr>
    <a:masterClrMapping/>
  </p:clrMapOvr>
</p:sld>
</file>

<file path=ppt/theme/theme1.xml><?xml version="1.0" encoding="utf-8"?>
<a:theme xmlns:a="http://schemas.openxmlformats.org/drawingml/2006/main" name="S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TM04033929%5b%5bfn=Slate%5d%5d</Template>
  <TotalTime>2625</TotalTime>
  <Words>243</Words>
  <Application>Microsoft Office PowerPoint</Application>
  <PresentationFormat>Widescreen</PresentationFormat>
  <Paragraphs>26</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Arial</vt:lpstr>
      <vt:lpstr>Bernard MT Condensed</vt:lpstr>
      <vt:lpstr>Bookman Old Style</vt:lpstr>
      <vt:lpstr>Calisto MT</vt:lpstr>
      <vt:lpstr>Wingdings 2</vt:lpstr>
      <vt:lpstr>Slate</vt:lpstr>
      <vt:lpstr>Whiskey Sales Analysis For Iowa In 2014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antwaushea sago</dc:creator>
  <cp:lastModifiedBy>antwaushea sago</cp:lastModifiedBy>
  <cp:revision>8</cp:revision>
  <dcterms:created xsi:type="dcterms:W3CDTF">2026-04-29T20:25:13Z</dcterms:created>
  <dcterms:modified xsi:type="dcterms:W3CDTF">2026-05-01T17:02:49Z</dcterms:modified>
</cp:coreProperties>
</file>